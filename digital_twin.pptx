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handoutMasterIdLst>
    <p:handoutMasterId r:id="rId15"/>
  </p:handoutMasterIdLst>
  <p:sldIdLst>
    <p:sldId id="256" r:id="rId2"/>
    <p:sldId id="276" r:id="rId3"/>
    <p:sldId id="285" r:id="rId4"/>
    <p:sldId id="277" r:id="rId5"/>
    <p:sldId id="274" r:id="rId6"/>
    <p:sldId id="275" r:id="rId7"/>
    <p:sldId id="278" r:id="rId8"/>
    <p:sldId id="279" r:id="rId9"/>
    <p:sldId id="284" r:id="rId10"/>
    <p:sldId id="286" r:id="rId11"/>
    <p:sldId id="281" r:id="rId12"/>
    <p:sldId id="283"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590" y="62"/>
      </p:cViewPr>
      <p:guideLst/>
    </p:cSldViewPr>
  </p:slideViewPr>
  <p:notesTextViewPr>
    <p:cViewPr>
      <p:scale>
        <a:sx n="1" d="1"/>
        <a:sy n="1" d="1"/>
      </p:scale>
      <p:origin x="0" y="0"/>
    </p:cViewPr>
  </p:notesTextViewPr>
  <p:notesViewPr>
    <p:cSldViewPr snapToGrid="0">
      <p:cViewPr varScale="1">
        <p:scale>
          <a:sx n="65" d="100"/>
          <a:sy n="65" d="100"/>
        </p:scale>
        <p:origin x="3154" y="6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ogavarshini26082023@outlook.com" userId="5979ec677b07d96e" providerId="LiveId" clId="{215FF45B-C1E7-4C62-BCAE-FA13D2935B5E}"/>
    <pc:docChg chg="undo custSel addSld delSld modSld">
      <pc:chgData name="logavarshini26082023@outlook.com" userId="5979ec677b07d96e" providerId="LiveId" clId="{215FF45B-C1E7-4C62-BCAE-FA13D2935B5E}" dt="2024-11-15T09:16:41.594" v="1183" actId="5793"/>
      <pc:docMkLst>
        <pc:docMk/>
      </pc:docMkLst>
      <pc:sldChg chg="modSp mod">
        <pc:chgData name="logavarshini26082023@outlook.com" userId="5979ec677b07d96e" providerId="LiveId" clId="{215FF45B-C1E7-4C62-BCAE-FA13D2935B5E}" dt="2024-11-15T03:54:39.612" v="487" actId="20577"/>
        <pc:sldMkLst>
          <pc:docMk/>
          <pc:sldMk cId="2376488189" sldId="256"/>
        </pc:sldMkLst>
        <pc:spChg chg="mod">
          <ac:chgData name="logavarshini26082023@outlook.com" userId="5979ec677b07d96e" providerId="LiveId" clId="{215FF45B-C1E7-4C62-BCAE-FA13D2935B5E}" dt="2024-11-15T03:54:39.612" v="487" actId="20577"/>
          <ac:spMkLst>
            <pc:docMk/>
            <pc:sldMk cId="2376488189" sldId="256"/>
            <ac:spMk id="2" creationId="{6873FDD4-3FBA-B1A9-FD16-EBBBBF5AA181}"/>
          </ac:spMkLst>
        </pc:spChg>
        <pc:spChg chg="mod">
          <ac:chgData name="logavarshini26082023@outlook.com" userId="5979ec677b07d96e" providerId="LiveId" clId="{215FF45B-C1E7-4C62-BCAE-FA13D2935B5E}" dt="2024-11-14T17:31:33.622" v="47" actId="14100"/>
          <ac:spMkLst>
            <pc:docMk/>
            <pc:sldMk cId="2376488189" sldId="256"/>
            <ac:spMk id="7" creationId="{3B10E891-38C7-286F-1BF3-771D9E12BC17}"/>
          </ac:spMkLst>
        </pc:spChg>
      </pc:sldChg>
      <pc:sldChg chg="modSp add del mod">
        <pc:chgData name="logavarshini26082023@outlook.com" userId="5979ec677b07d96e" providerId="LiveId" clId="{215FF45B-C1E7-4C62-BCAE-FA13D2935B5E}" dt="2024-11-15T08:52:49.657" v="1180" actId="47"/>
        <pc:sldMkLst>
          <pc:docMk/>
          <pc:sldMk cId="1984742445" sldId="274"/>
        </pc:sldMkLst>
        <pc:graphicFrameChg chg="mod modGraphic">
          <ac:chgData name="logavarshini26082023@outlook.com" userId="5979ec677b07d96e" providerId="LiveId" clId="{215FF45B-C1E7-4C62-BCAE-FA13D2935B5E}" dt="2024-11-14T20:35:12.465" v="310"/>
          <ac:graphicFrameMkLst>
            <pc:docMk/>
            <pc:sldMk cId="1984742445" sldId="274"/>
            <ac:graphicFrameMk id="7" creationId="{B227FB4D-19D9-3A6F-8C1C-22F0C8F2C7C5}"/>
          </ac:graphicFrameMkLst>
        </pc:graphicFrameChg>
      </pc:sldChg>
      <pc:sldChg chg="modSp mod">
        <pc:chgData name="logavarshini26082023@outlook.com" userId="5979ec677b07d96e" providerId="LiveId" clId="{215FF45B-C1E7-4C62-BCAE-FA13D2935B5E}" dt="2024-11-14T20:40:05.055" v="397" actId="20577"/>
        <pc:sldMkLst>
          <pc:docMk/>
          <pc:sldMk cId="50959008" sldId="275"/>
        </pc:sldMkLst>
        <pc:spChg chg="mod">
          <ac:chgData name="logavarshini26082023@outlook.com" userId="5979ec677b07d96e" providerId="LiveId" clId="{215FF45B-C1E7-4C62-BCAE-FA13D2935B5E}" dt="2024-11-14T20:40:05.055" v="397" actId="20577"/>
          <ac:spMkLst>
            <pc:docMk/>
            <pc:sldMk cId="50959008" sldId="275"/>
            <ac:spMk id="3" creationId="{959C2D9D-5E4B-EBC5-F373-55D64D8625B4}"/>
          </ac:spMkLst>
        </pc:spChg>
      </pc:sldChg>
      <pc:sldChg chg="addSp modSp mod">
        <pc:chgData name="logavarshini26082023@outlook.com" userId="5979ec677b07d96e" providerId="LiveId" clId="{215FF45B-C1E7-4C62-BCAE-FA13D2935B5E}" dt="2024-11-14T17:53:32.596" v="223" actId="20577"/>
        <pc:sldMkLst>
          <pc:docMk/>
          <pc:sldMk cId="156754214" sldId="277"/>
        </pc:sldMkLst>
        <pc:spChg chg="mod">
          <ac:chgData name="logavarshini26082023@outlook.com" userId="5979ec677b07d96e" providerId="LiveId" clId="{215FF45B-C1E7-4C62-BCAE-FA13D2935B5E}" dt="2024-11-14T17:53:32.596" v="223" actId="20577"/>
          <ac:spMkLst>
            <pc:docMk/>
            <pc:sldMk cId="156754214" sldId="277"/>
            <ac:spMk id="3" creationId="{9403787A-00ED-1FA6-6270-7ABE11A17966}"/>
          </ac:spMkLst>
        </pc:spChg>
        <pc:spChg chg="add">
          <ac:chgData name="logavarshini26082023@outlook.com" userId="5979ec677b07d96e" providerId="LiveId" clId="{215FF45B-C1E7-4C62-BCAE-FA13D2935B5E}" dt="2024-11-14T17:52:03.332" v="202"/>
          <ac:spMkLst>
            <pc:docMk/>
            <pc:sldMk cId="156754214" sldId="277"/>
            <ac:spMk id="7" creationId="{8F2B1C01-6D30-5C98-318B-812DDBDFFBA6}"/>
          </ac:spMkLst>
        </pc:spChg>
        <pc:spChg chg="add">
          <ac:chgData name="logavarshini26082023@outlook.com" userId="5979ec677b07d96e" providerId="LiveId" clId="{215FF45B-C1E7-4C62-BCAE-FA13D2935B5E}" dt="2024-11-14T17:52:08.366" v="203"/>
          <ac:spMkLst>
            <pc:docMk/>
            <pc:sldMk cId="156754214" sldId="277"/>
            <ac:spMk id="8" creationId="{92AE8D28-6033-5E07-DFB0-9D11C14ABA44}"/>
          </ac:spMkLst>
        </pc:spChg>
      </pc:sldChg>
      <pc:sldChg chg="modSp mod">
        <pc:chgData name="logavarshini26082023@outlook.com" userId="5979ec677b07d96e" providerId="LiveId" clId="{215FF45B-C1E7-4C62-BCAE-FA13D2935B5E}" dt="2024-11-14T20:42:27.824" v="417" actId="20577"/>
        <pc:sldMkLst>
          <pc:docMk/>
          <pc:sldMk cId="3688833432" sldId="278"/>
        </pc:sldMkLst>
        <pc:spChg chg="mod">
          <ac:chgData name="logavarshini26082023@outlook.com" userId="5979ec677b07d96e" providerId="LiveId" clId="{215FF45B-C1E7-4C62-BCAE-FA13D2935B5E}" dt="2024-11-14T20:42:27.824" v="417" actId="20577"/>
          <ac:spMkLst>
            <pc:docMk/>
            <pc:sldMk cId="3688833432" sldId="278"/>
            <ac:spMk id="3" creationId="{66461A1B-2655-A357-EC03-35A724482034}"/>
          </ac:spMkLst>
        </pc:spChg>
      </pc:sldChg>
      <pc:sldChg chg="addSp delSp modSp mod">
        <pc:chgData name="logavarshini26082023@outlook.com" userId="5979ec677b07d96e" providerId="LiveId" clId="{215FF45B-C1E7-4C62-BCAE-FA13D2935B5E}" dt="2024-11-15T05:12:57.596" v="1178" actId="11529"/>
        <pc:sldMkLst>
          <pc:docMk/>
          <pc:sldMk cId="311247227" sldId="279"/>
        </pc:sldMkLst>
        <pc:spChg chg="del">
          <ac:chgData name="logavarshini26082023@outlook.com" userId="5979ec677b07d96e" providerId="LiveId" clId="{215FF45B-C1E7-4C62-BCAE-FA13D2935B5E}" dt="2024-11-15T03:55:01.106" v="488" actId="478"/>
          <ac:spMkLst>
            <pc:docMk/>
            <pc:sldMk cId="311247227" sldId="279"/>
            <ac:spMk id="8" creationId="{12B8E94D-0E05-78F3-58F8-75FF16789584}"/>
          </ac:spMkLst>
        </pc:spChg>
        <pc:spChg chg="del mod">
          <ac:chgData name="logavarshini26082023@outlook.com" userId="5979ec677b07d96e" providerId="LiveId" clId="{215FF45B-C1E7-4C62-BCAE-FA13D2935B5E}" dt="2024-11-15T03:55:01.106" v="488" actId="478"/>
          <ac:spMkLst>
            <pc:docMk/>
            <pc:sldMk cId="311247227" sldId="279"/>
            <ac:spMk id="9" creationId="{C0F00042-1EE9-88A9-5B08-5632322B7463}"/>
          </ac:spMkLst>
        </pc:spChg>
        <pc:spChg chg="add del mod">
          <ac:chgData name="logavarshini26082023@outlook.com" userId="5979ec677b07d96e" providerId="LiveId" clId="{215FF45B-C1E7-4C62-BCAE-FA13D2935B5E}" dt="2024-11-15T03:55:50.503" v="490" actId="478"/>
          <ac:spMkLst>
            <pc:docMk/>
            <pc:sldMk cId="311247227" sldId="279"/>
            <ac:spMk id="12" creationId="{709ECC88-74F6-C236-4A7B-07E38C185F97}"/>
          </ac:spMkLst>
        </pc:spChg>
        <pc:spChg chg="del">
          <ac:chgData name="logavarshini26082023@outlook.com" userId="5979ec677b07d96e" providerId="LiveId" clId="{215FF45B-C1E7-4C62-BCAE-FA13D2935B5E}" dt="2024-11-15T03:55:01.106" v="488" actId="478"/>
          <ac:spMkLst>
            <pc:docMk/>
            <pc:sldMk cId="311247227" sldId="279"/>
            <ac:spMk id="13" creationId="{3D65FD33-18BF-D7BE-A563-8295268772EC}"/>
          </ac:spMkLst>
        </pc:spChg>
        <pc:spChg chg="del">
          <ac:chgData name="logavarshini26082023@outlook.com" userId="5979ec677b07d96e" providerId="LiveId" clId="{215FF45B-C1E7-4C62-BCAE-FA13D2935B5E}" dt="2024-11-15T03:55:01.106" v="488" actId="478"/>
          <ac:spMkLst>
            <pc:docMk/>
            <pc:sldMk cId="311247227" sldId="279"/>
            <ac:spMk id="17" creationId="{DBF786D6-D951-7963-0F98-C9A04DAF673C}"/>
          </ac:spMkLst>
        </pc:spChg>
        <pc:spChg chg="add mod">
          <ac:chgData name="logavarshini26082023@outlook.com" userId="5979ec677b07d96e" providerId="LiveId" clId="{215FF45B-C1E7-4C62-BCAE-FA13D2935B5E}" dt="2024-11-15T03:59:49.364" v="523" actId="20577"/>
          <ac:spMkLst>
            <pc:docMk/>
            <pc:sldMk cId="311247227" sldId="279"/>
            <ac:spMk id="21" creationId="{18E6660A-51A2-AF4C-F2F1-0A89021B7F82}"/>
          </ac:spMkLst>
        </pc:spChg>
        <pc:spChg chg="del">
          <ac:chgData name="logavarshini26082023@outlook.com" userId="5979ec677b07d96e" providerId="LiveId" clId="{215FF45B-C1E7-4C62-BCAE-FA13D2935B5E}" dt="2024-11-15T03:55:01.106" v="488" actId="478"/>
          <ac:spMkLst>
            <pc:docMk/>
            <pc:sldMk cId="311247227" sldId="279"/>
            <ac:spMk id="22" creationId="{2B6EA367-8E9E-8DE6-B1F0-7B2770C6E1A6}"/>
          </ac:spMkLst>
        </pc:spChg>
        <pc:spChg chg="del">
          <ac:chgData name="logavarshini26082023@outlook.com" userId="5979ec677b07d96e" providerId="LiveId" clId="{215FF45B-C1E7-4C62-BCAE-FA13D2935B5E}" dt="2024-11-15T03:55:01.106" v="488" actId="478"/>
          <ac:spMkLst>
            <pc:docMk/>
            <pc:sldMk cId="311247227" sldId="279"/>
            <ac:spMk id="25" creationId="{9955274E-BA4F-8DD5-BDAB-DBCC3382F3DB}"/>
          </ac:spMkLst>
        </pc:spChg>
        <pc:spChg chg="del mod">
          <ac:chgData name="logavarshini26082023@outlook.com" userId="5979ec677b07d96e" providerId="LiveId" clId="{215FF45B-C1E7-4C62-BCAE-FA13D2935B5E}" dt="2024-11-15T03:55:01.106" v="488" actId="478"/>
          <ac:spMkLst>
            <pc:docMk/>
            <pc:sldMk cId="311247227" sldId="279"/>
            <ac:spMk id="28" creationId="{D45A3472-9EC2-377D-7427-82DC4273C1FE}"/>
          </ac:spMkLst>
        </pc:spChg>
        <pc:spChg chg="add mod">
          <ac:chgData name="logavarshini26082023@outlook.com" userId="5979ec677b07d96e" providerId="LiveId" clId="{215FF45B-C1E7-4C62-BCAE-FA13D2935B5E}" dt="2024-11-15T03:59:44.895" v="521" actId="20577"/>
          <ac:spMkLst>
            <pc:docMk/>
            <pc:sldMk cId="311247227" sldId="279"/>
            <ac:spMk id="31" creationId="{FD4E527D-2F25-4B33-F178-81B8C786CD86}"/>
          </ac:spMkLst>
        </pc:spChg>
        <pc:spChg chg="del">
          <ac:chgData name="logavarshini26082023@outlook.com" userId="5979ec677b07d96e" providerId="LiveId" clId="{215FF45B-C1E7-4C62-BCAE-FA13D2935B5E}" dt="2024-11-15T03:55:01.106" v="488" actId="478"/>
          <ac:spMkLst>
            <pc:docMk/>
            <pc:sldMk cId="311247227" sldId="279"/>
            <ac:spMk id="32" creationId="{E827C2CC-2D16-9771-047E-47DE91639767}"/>
          </ac:spMkLst>
        </pc:spChg>
        <pc:spChg chg="add mod">
          <ac:chgData name="logavarshini26082023@outlook.com" userId="5979ec677b07d96e" providerId="LiveId" clId="{215FF45B-C1E7-4C62-BCAE-FA13D2935B5E}" dt="2024-11-15T04:01:44.759" v="564" actId="20577"/>
          <ac:spMkLst>
            <pc:docMk/>
            <pc:sldMk cId="311247227" sldId="279"/>
            <ac:spMk id="33" creationId="{E5FF9A56-6DD1-F76A-61AD-44CF37574AD0}"/>
          </ac:spMkLst>
        </pc:spChg>
        <pc:spChg chg="add mod">
          <ac:chgData name="logavarshini26082023@outlook.com" userId="5979ec677b07d96e" providerId="LiveId" clId="{215FF45B-C1E7-4C62-BCAE-FA13D2935B5E}" dt="2024-11-15T04:03:22.113" v="586" actId="20577"/>
          <ac:spMkLst>
            <pc:docMk/>
            <pc:sldMk cId="311247227" sldId="279"/>
            <ac:spMk id="37" creationId="{7C175010-69F4-89E1-31FF-046F9533A5FC}"/>
          </ac:spMkLst>
        </pc:spChg>
        <pc:spChg chg="add mod">
          <ac:chgData name="logavarshini26082023@outlook.com" userId="5979ec677b07d96e" providerId="LiveId" clId="{215FF45B-C1E7-4C62-BCAE-FA13D2935B5E}" dt="2024-11-15T04:05:55.171" v="615" actId="20577"/>
          <ac:spMkLst>
            <pc:docMk/>
            <pc:sldMk cId="311247227" sldId="279"/>
            <ac:spMk id="40" creationId="{A3646B6D-1722-4A25-8C43-EDBAD2D9F63A}"/>
          </ac:spMkLst>
        </pc:spChg>
        <pc:spChg chg="del">
          <ac:chgData name="logavarshini26082023@outlook.com" userId="5979ec677b07d96e" providerId="LiveId" clId="{215FF45B-C1E7-4C62-BCAE-FA13D2935B5E}" dt="2024-11-15T03:55:01.106" v="488" actId="478"/>
          <ac:spMkLst>
            <pc:docMk/>
            <pc:sldMk cId="311247227" sldId="279"/>
            <ac:spMk id="43" creationId="{4BDF3F7A-6D1A-DA40-F9DF-72283F53ED31}"/>
          </ac:spMkLst>
        </pc:spChg>
        <pc:spChg chg="add mod">
          <ac:chgData name="logavarshini26082023@outlook.com" userId="5979ec677b07d96e" providerId="LiveId" clId="{215FF45B-C1E7-4C62-BCAE-FA13D2935B5E}" dt="2024-11-15T04:08:41.383" v="650" actId="20577"/>
          <ac:spMkLst>
            <pc:docMk/>
            <pc:sldMk cId="311247227" sldId="279"/>
            <ac:spMk id="44" creationId="{F2F0AEE7-C510-EBF5-2D6E-4D30D2EE4BC8}"/>
          </ac:spMkLst>
        </pc:spChg>
        <pc:spChg chg="add mod">
          <ac:chgData name="logavarshini26082023@outlook.com" userId="5979ec677b07d96e" providerId="LiveId" clId="{215FF45B-C1E7-4C62-BCAE-FA13D2935B5E}" dt="2024-11-15T04:14:49.382" v="697" actId="14100"/>
          <ac:spMkLst>
            <pc:docMk/>
            <pc:sldMk cId="311247227" sldId="279"/>
            <ac:spMk id="57" creationId="{563662CA-F509-821E-EA3D-F3B8CA58A5E6}"/>
          </ac:spMkLst>
        </pc:spChg>
        <pc:spChg chg="del">
          <ac:chgData name="logavarshini26082023@outlook.com" userId="5979ec677b07d96e" providerId="LiveId" clId="{215FF45B-C1E7-4C62-BCAE-FA13D2935B5E}" dt="2024-11-15T03:55:50.503" v="490" actId="478"/>
          <ac:spMkLst>
            <pc:docMk/>
            <pc:sldMk cId="311247227" sldId="279"/>
            <ac:spMk id="59" creationId="{DC53B746-0E5F-E4FD-65C0-D79CB0C25CA8}"/>
          </ac:spMkLst>
        </pc:spChg>
        <pc:spChg chg="add mod">
          <ac:chgData name="logavarshini26082023@outlook.com" userId="5979ec677b07d96e" providerId="LiveId" clId="{215FF45B-C1E7-4C62-BCAE-FA13D2935B5E}" dt="2024-11-15T04:16:52.835" v="724" actId="20577"/>
          <ac:spMkLst>
            <pc:docMk/>
            <pc:sldMk cId="311247227" sldId="279"/>
            <ac:spMk id="68" creationId="{6AB5603D-3738-81ED-61AD-D60C259B2E2B}"/>
          </ac:spMkLst>
        </pc:spChg>
        <pc:spChg chg="add mod">
          <ac:chgData name="logavarshini26082023@outlook.com" userId="5979ec677b07d96e" providerId="LiveId" clId="{215FF45B-C1E7-4C62-BCAE-FA13D2935B5E}" dt="2024-11-15T04:18:48.616" v="750" actId="14100"/>
          <ac:spMkLst>
            <pc:docMk/>
            <pc:sldMk cId="311247227" sldId="279"/>
            <ac:spMk id="69" creationId="{7646AC0A-A684-71CD-A05E-B5DD3B9B5433}"/>
          </ac:spMkLst>
        </pc:spChg>
        <pc:spChg chg="add del mod">
          <ac:chgData name="logavarshini26082023@outlook.com" userId="5979ec677b07d96e" providerId="LiveId" clId="{215FF45B-C1E7-4C62-BCAE-FA13D2935B5E}" dt="2024-11-15T04:35:49.919" v="818" actId="478"/>
          <ac:spMkLst>
            <pc:docMk/>
            <pc:sldMk cId="311247227" sldId="279"/>
            <ac:spMk id="72" creationId="{37647C3A-2B20-D7D3-AD49-C2732125072D}"/>
          </ac:spMkLst>
        </pc:spChg>
        <pc:spChg chg="add del mod">
          <ac:chgData name="logavarshini26082023@outlook.com" userId="5979ec677b07d96e" providerId="LiveId" clId="{215FF45B-C1E7-4C62-BCAE-FA13D2935B5E}" dt="2024-11-15T04:35:11.115" v="813"/>
          <ac:spMkLst>
            <pc:docMk/>
            <pc:sldMk cId="311247227" sldId="279"/>
            <ac:spMk id="73" creationId="{345B590B-DADA-EBA5-25AE-118968808D97}"/>
          </ac:spMkLst>
        </pc:spChg>
        <pc:spChg chg="del">
          <ac:chgData name="logavarshini26082023@outlook.com" userId="5979ec677b07d96e" providerId="LiveId" clId="{215FF45B-C1E7-4C62-BCAE-FA13D2935B5E}" dt="2024-11-15T03:55:01.106" v="488" actId="478"/>
          <ac:spMkLst>
            <pc:docMk/>
            <pc:sldMk cId="311247227" sldId="279"/>
            <ac:spMk id="74" creationId="{51ABDE84-4570-C2D1-B2AE-C3CE11BC69DE}"/>
          </ac:spMkLst>
        </pc:spChg>
        <pc:spChg chg="add del mod">
          <ac:chgData name="logavarshini26082023@outlook.com" userId="5979ec677b07d96e" providerId="LiveId" clId="{215FF45B-C1E7-4C62-BCAE-FA13D2935B5E}" dt="2024-11-15T04:35:11.130" v="815"/>
          <ac:spMkLst>
            <pc:docMk/>
            <pc:sldMk cId="311247227" sldId="279"/>
            <ac:spMk id="75" creationId="{9B969DE0-9B04-6758-CFB9-409C03C03CCC}"/>
          </ac:spMkLst>
        </pc:spChg>
        <pc:spChg chg="del">
          <ac:chgData name="logavarshini26082023@outlook.com" userId="5979ec677b07d96e" providerId="LiveId" clId="{215FF45B-C1E7-4C62-BCAE-FA13D2935B5E}" dt="2024-11-15T03:55:01.106" v="488" actId="478"/>
          <ac:spMkLst>
            <pc:docMk/>
            <pc:sldMk cId="311247227" sldId="279"/>
            <ac:spMk id="77" creationId="{5D7C78B4-D37D-9C4C-5CB0-AB6637BE2D3B}"/>
          </ac:spMkLst>
        </pc:spChg>
        <pc:spChg chg="add mod">
          <ac:chgData name="logavarshini26082023@outlook.com" userId="5979ec677b07d96e" providerId="LiveId" clId="{215FF45B-C1E7-4C62-BCAE-FA13D2935B5E}" dt="2024-11-15T04:47:05.758" v="937" actId="14100"/>
          <ac:spMkLst>
            <pc:docMk/>
            <pc:sldMk cId="311247227" sldId="279"/>
            <ac:spMk id="85" creationId="{4466AF60-FEBA-BBF2-A637-F0A5873E77CB}"/>
          </ac:spMkLst>
        </pc:spChg>
        <pc:spChg chg="add mod">
          <ac:chgData name="logavarshini26082023@outlook.com" userId="5979ec677b07d96e" providerId="LiveId" clId="{215FF45B-C1E7-4C62-BCAE-FA13D2935B5E}" dt="2024-11-15T04:47:24.491" v="942" actId="1076"/>
          <ac:spMkLst>
            <pc:docMk/>
            <pc:sldMk cId="311247227" sldId="279"/>
            <ac:spMk id="86" creationId="{3A8247E6-080D-D688-07A8-3BFFB4284FA8}"/>
          </ac:spMkLst>
        </pc:spChg>
        <pc:spChg chg="add mod">
          <ac:chgData name="logavarshini26082023@outlook.com" userId="5979ec677b07d96e" providerId="LiveId" clId="{215FF45B-C1E7-4C62-BCAE-FA13D2935B5E}" dt="2024-11-15T04:57:09.918" v="967" actId="20577"/>
          <ac:spMkLst>
            <pc:docMk/>
            <pc:sldMk cId="311247227" sldId="279"/>
            <ac:spMk id="92" creationId="{C410E30B-3D91-A59B-2ABF-C2F5C5AF98EA}"/>
          </ac:spMkLst>
        </pc:spChg>
        <pc:spChg chg="add mod">
          <ac:chgData name="logavarshini26082023@outlook.com" userId="5979ec677b07d96e" providerId="LiveId" clId="{215FF45B-C1E7-4C62-BCAE-FA13D2935B5E}" dt="2024-11-15T05:05:48.335" v="1051" actId="14100"/>
          <ac:spMkLst>
            <pc:docMk/>
            <pc:sldMk cId="311247227" sldId="279"/>
            <ac:spMk id="96" creationId="{78E2B21D-B50C-BFE4-F2AE-468F637BE872}"/>
          </ac:spMkLst>
        </pc:spChg>
        <pc:spChg chg="add mod">
          <ac:chgData name="logavarshini26082023@outlook.com" userId="5979ec677b07d96e" providerId="LiveId" clId="{215FF45B-C1E7-4C62-BCAE-FA13D2935B5E}" dt="2024-11-15T05:06:11.347" v="1058" actId="1076"/>
          <ac:spMkLst>
            <pc:docMk/>
            <pc:sldMk cId="311247227" sldId="279"/>
            <ac:spMk id="111" creationId="{FB4DE3B9-A557-86C2-9470-62FBE9BC26D2}"/>
          </ac:spMkLst>
        </pc:spChg>
        <pc:spChg chg="add mod">
          <ac:chgData name="logavarshini26082023@outlook.com" userId="5979ec677b07d96e" providerId="LiveId" clId="{215FF45B-C1E7-4C62-BCAE-FA13D2935B5E}" dt="2024-11-15T05:07:27.581" v="1083" actId="14100"/>
          <ac:spMkLst>
            <pc:docMk/>
            <pc:sldMk cId="311247227" sldId="279"/>
            <ac:spMk id="130" creationId="{4C6B8218-39CB-7CFF-D5CD-2D2AB0748332}"/>
          </ac:spMkLst>
        </pc:spChg>
        <pc:spChg chg="add mod">
          <ac:chgData name="logavarshini26082023@outlook.com" userId="5979ec677b07d96e" providerId="LiveId" clId="{215FF45B-C1E7-4C62-BCAE-FA13D2935B5E}" dt="2024-11-15T05:08:03.345" v="1109" actId="14100"/>
          <ac:spMkLst>
            <pc:docMk/>
            <pc:sldMk cId="311247227" sldId="279"/>
            <ac:spMk id="133" creationId="{FA8B2D9F-3C67-23A6-2846-E7860A2C147B}"/>
          </ac:spMkLst>
        </pc:spChg>
        <pc:spChg chg="add mod">
          <ac:chgData name="logavarshini26082023@outlook.com" userId="5979ec677b07d96e" providerId="LiveId" clId="{215FF45B-C1E7-4C62-BCAE-FA13D2935B5E}" dt="2024-11-15T05:11:09.078" v="1165" actId="1076"/>
          <ac:spMkLst>
            <pc:docMk/>
            <pc:sldMk cId="311247227" sldId="279"/>
            <ac:spMk id="134" creationId="{E2B43073-90B8-DF2B-739E-C1A9B0529295}"/>
          </ac:spMkLst>
        </pc:spChg>
        <pc:spChg chg="add mod">
          <ac:chgData name="logavarshini26082023@outlook.com" userId="5979ec677b07d96e" providerId="LiveId" clId="{215FF45B-C1E7-4C62-BCAE-FA13D2935B5E}" dt="2024-11-15T05:11:58.451" v="1171" actId="255"/>
          <ac:spMkLst>
            <pc:docMk/>
            <pc:sldMk cId="311247227" sldId="279"/>
            <ac:spMk id="139" creationId="{5D7F12C5-A480-3968-34C7-E032ABE07BB3}"/>
          </ac:spMkLst>
        </pc:spChg>
        <pc:cxnChg chg="add del mod">
          <ac:chgData name="logavarshini26082023@outlook.com" userId="5979ec677b07d96e" providerId="LiveId" clId="{215FF45B-C1E7-4C62-BCAE-FA13D2935B5E}" dt="2024-11-15T03:55:50.503" v="490" actId="478"/>
          <ac:cxnSpMkLst>
            <pc:docMk/>
            <pc:sldMk cId="311247227" sldId="279"/>
            <ac:cxnSpMk id="3" creationId="{DB6D4770-812F-6A08-E730-CF20D045DBB5}"/>
          </ac:cxnSpMkLst>
        </pc:cxnChg>
        <pc:cxnChg chg="add del mod">
          <ac:chgData name="logavarshini26082023@outlook.com" userId="5979ec677b07d96e" providerId="LiveId" clId="{215FF45B-C1E7-4C62-BCAE-FA13D2935B5E}" dt="2024-11-15T03:55:50.503" v="490" actId="478"/>
          <ac:cxnSpMkLst>
            <pc:docMk/>
            <pc:sldMk cId="311247227" sldId="279"/>
            <ac:cxnSpMk id="7" creationId="{5F3E657C-0CEB-9ACA-8B86-F4B76295D1FE}"/>
          </ac:cxnSpMkLst>
        </pc:cxnChg>
        <pc:cxnChg chg="add del mod">
          <ac:chgData name="logavarshini26082023@outlook.com" userId="5979ec677b07d96e" providerId="LiveId" clId="{215FF45B-C1E7-4C62-BCAE-FA13D2935B5E}" dt="2024-11-15T03:55:50.503" v="490" actId="478"/>
          <ac:cxnSpMkLst>
            <pc:docMk/>
            <pc:sldMk cId="311247227" sldId="279"/>
            <ac:cxnSpMk id="10" creationId="{15C384A1-E1E3-2607-5F4B-416BCD2DD613}"/>
          </ac:cxnSpMkLst>
        </pc:cxnChg>
        <pc:cxnChg chg="del mod">
          <ac:chgData name="logavarshini26082023@outlook.com" userId="5979ec677b07d96e" providerId="LiveId" clId="{215FF45B-C1E7-4C62-BCAE-FA13D2935B5E}" dt="2024-11-15T03:55:50.503" v="490" actId="478"/>
          <ac:cxnSpMkLst>
            <pc:docMk/>
            <pc:sldMk cId="311247227" sldId="279"/>
            <ac:cxnSpMk id="11" creationId="{BB6FB596-A889-3351-E49A-6EFA6529EBE2}"/>
          </ac:cxnSpMkLst>
        </pc:cxnChg>
        <pc:cxnChg chg="add del mod">
          <ac:chgData name="logavarshini26082023@outlook.com" userId="5979ec677b07d96e" providerId="LiveId" clId="{215FF45B-C1E7-4C62-BCAE-FA13D2935B5E}" dt="2024-11-15T03:55:50.503" v="490" actId="478"/>
          <ac:cxnSpMkLst>
            <pc:docMk/>
            <pc:sldMk cId="311247227" sldId="279"/>
            <ac:cxnSpMk id="14" creationId="{6E97FEE6-B778-EA6A-4CD5-FA6194DB1157}"/>
          </ac:cxnSpMkLst>
        </pc:cxnChg>
        <pc:cxnChg chg="del mod">
          <ac:chgData name="logavarshini26082023@outlook.com" userId="5979ec677b07d96e" providerId="LiveId" clId="{215FF45B-C1E7-4C62-BCAE-FA13D2935B5E}" dt="2024-11-15T03:55:50.503" v="490" actId="478"/>
          <ac:cxnSpMkLst>
            <pc:docMk/>
            <pc:sldMk cId="311247227" sldId="279"/>
            <ac:cxnSpMk id="15" creationId="{53C34FAC-A4AC-0124-96DD-642796710AB9}"/>
          </ac:cxnSpMkLst>
        </pc:cxnChg>
        <pc:cxnChg chg="add del mod">
          <ac:chgData name="logavarshini26082023@outlook.com" userId="5979ec677b07d96e" providerId="LiveId" clId="{215FF45B-C1E7-4C62-BCAE-FA13D2935B5E}" dt="2024-11-15T03:55:50.503" v="490" actId="478"/>
          <ac:cxnSpMkLst>
            <pc:docMk/>
            <pc:sldMk cId="311247227" sldId="279"/>
            <ac:cxnSpMk id="16" creationId="{8B89EA55-6308-4BFE-3EFD-33338738337B}"/>
          </ac:cxnSpMkLst>
        </pc:cxnChg>
        <pc:cxnChg chg="add del mod">
          <ac:chgData name="logavarshini26082023@outlook.com" userId="5979ec677b07d96e" providerId="LiveId" clId="{215FF45B-C1E7-4C62-BCAE-FA13D2935B5E}" dt="2024-11-15T03:55:50.503" v="490" actId="478"/>
          <ac:cxnSpMkLst>
            <pc:docMk/>
            <pc:sldMk cId="311247227" sldId="279"/>
            <ac:cxnSpMk id="18" creationId="{D87B52D1-3488-E2AC-7B49-2CE80963840A}"/>
          </ac:cxnSpMkLst>
        </pc:cxnChg>
        <pc:cxnChg chg="del mod">
          <ac:chgData name="logavarshini26082023@outlook.com" userId="5979ec677b07d96e" providerId="LiveId" clId="{215FF45B-C1E7-4C62-BCAE-FA13D2935B5E}" dt="2024-11-15T03:55:50.503" v="490" actId="478"/>
          <ac:cxnSpMkLst>
            <pc:docMk/>
            <pc:sldMk cId="311247227" sldId="279"/>
            <ac:cxnSpMk id="19" creationId="{394AF069-601F-E164-EE44-EC53B6BD0A67}"/>
          </ac:cxnSpMkLst>
        </pc:cxnChg>
        <pc:cxnChg chg="add del mod">
          <ac:chgData name="logavarshini26082023@outlook.com" userId="5979ec677b07d96e" providerId="LiveId" clId="{215FF45B-C1E7-4C62-BCAE-FA13D2935B5E}" dt="2024-11-15T03:55:50.503" v="490" actId="478"/>
          <ac:cxnSpMkLst>
            <pc:docMk/>
            <pc:sldMk cId="311247227" sldId="279"/>
            <ac:cxnSpMk id="20" creationId="{E18F8E46-A56A-0CB3-DB43-AD7239DE2B4E}"/>
          </ac:cxnSpMkLst>
        </pc:cxnChg>
        <pc:cxnChg chg="del mod">
          <ac:chgData name="logavarshini26082023@outlook.com" userId="5979ec677b07d96e" providerId="LiveId" clId="{215FF45B-C1E7-4C62-BCAE-FA13D2935B5E}" dt="2024-11-15T03:55:50.503" v="490" actId="478"/>
          <ac:cxnSpMkLst>
            <pc:docMk/>
            <pc:sldMk cId="311247227" sldId="279"/>
            <ac:cxnSpMk id="24" creationId="{70B22703-D1FB-802B-DA0D-0F00C9EBA1C5}"/>
          </ac:cxnSpMkLst>
        </pc:cxnChg>
        <pc:cxnChg chg="add mod">
          <ac:chgData name="logavarshini26082023@outlook.com" userId="5979ec677b07d96e" providerId="LiveId" clId="{215FF45B-C1E7-4C62-BCAE-FA13D2935B5E}" dt="2024-11-15T03:59:02.609" v="499" actId="14100"/>
          <ac:cxnSpMkLst>
            <pc:docMk/>
            <pc:sldMk cId="311247227" sldId="279"/>
            <ac:cxnSpMk id="26" creationId="{F29C72E8-0CDA-21F4-A497-4E3FDCD0C247}"/>
          </ac:cxnSpMkLst>
        </pc:cxnChg>
        <pc:cxnChg chg="del mod">
          <ac:chgData name="logavarshini26082023@outlook.com" userId="5979ec677b07d96e" providerId="LiveId" clId="{215FF45B-C1E7-4C62-BCAE-FA13D2935B5E}" dt="2024-11-15T03:55:50.503" v="490" actId="478"/>
          <ac:cxnSpMkLst>
            <pc:docMk/>
            <pc:sldMk cId="311247227" sldId="279"/>
            <ac:cxnSpMk id="27" creationId="{9C80B951-3DFD-F58D-68E1-17D2C92FFCCD}"/>
          </ac:cxnSpMkLst>
        </pc:cxnChg>
        <pc:cxnChg chg="del mod">
          <ac:chgData name="logavarshini26082023@outlook.com" userId="5979ec677b07d96e" providerId="LiveId" clId="{215FF45B-C1E7-4C62-BCAE-FA13D2935B5E}" dt="2024-11-15T03:55:50.503" v="490" actId="478"/>
          <ac:cxnSpMkLst>
            <pc:docMk/>
            <pc:sldMk cId="311247227" sldId="279"/>
            <ac:cxnSpMk id="30" creationId="{74C463F4-9B99-DAF0-D5A4-DBACE4487AB0}"/>
          </ac:cxnSpMkLst>
        </pc:cxnChg>
        <pc:cxnChg chg="del mod">
          <ac:chgData name="logavarshini26082023@outlook.com" userId="5979ec677b07d96e" providerId="LiveId" clId="{215FF45B-C1E7-4C62-BCAE-FA13D2935B5E}" dt="2024-11-15T03:55:50.503" v="490" actId="478"/>
          <ac:cxnSpMkLst>
            <pc:docMk/>
            <pc:sldMk cId="311247227" sldId="279"/>
            <ac:cxnSpMk id="34" creationId="{BF414437-D28F-062C-702E-3041094931A3}"/>
          </ac:cxnSpMkLst>
        </pc:cxnChg>
        <pc:cxnChg chg="add">
          <ac:chgData name="logavarshini26082023@outlook.com" userId="5979ec677b07d96e" providerId="LiveId" clId="{215FF45B-C1E7-4C62-BCAE-FA13D2935B5E}" dt="2024-11-15T04:00:26.751" v="526" actId="11529"/>
          <ac:cxnSpMkLst>
            <pc:docMk/>
            <pc:sldMk cId="311247227" sldId="279"/>
            <ac:cxnSpMk id="36" creationId="{23260E60-A8CE-92E1-383D-EB3FDBCE9706}"/>
          </ac:cxnSpMkLst>
        </pc:cxnChg>
        <pc:cxnChg chg="add">
          <ac:chgData name="logavarshini26082023@outlook.com" userId="5979ec677b07d96e" providerId="LiveId" clId="{215FF45B-C1E7-4C62-BCAE-FA13D2935B5E}" dt="2024-11-15T04:05:21.523" v="587" actId="11529"/>
          <ac:cxnSpMkLst>
            <pc:docMk/>
            <pc:sldMk cId="311247227" sldId="279"/>
            <ac:cxnSpMk id="39" creationId="{6F44457F-CC91-5DB8-F695-3748BA2F927E}"/>
          </ac:cxnSpMkLst>
        </pc:cxnChg>
        <pc:cxnChg chg="add">
          <ac:chgData name="logavarshini26082023@outlook.com" userId="5979ec677b07d96e" providerId="LiveId" clId="{215FF45B-C1E7-4C62-BCAE-FA13D2935B5E}" dt="2024-11-15T04:07:14.199" v="616" actId="11529"/>
          <ac:cxnSpMkLst>
            <pc:docMk/>
            <pc:sldMk cId="311247227" sldId="279"/>
            <ac:cxnSpMk id="42" creationId="{424ADDCF-3383-C280-F816-2EF0DDD5D04B}"/>
          </ac:cxnSpMkLst>
        </pc:cxnChg>
        <pc:cxnChg chg="add">
          <ac:chgData name="logavarshini26082023@outlook.com" userId="5979ec677b07d96e" providerId="LiveId" clId="{215FF45B-C1E7-4C62-BCAE-FA13D2935B5E}" dt="2024-11-15T04:08:50.666" v="651" actId="11529"/>
          <ac:cxnSpMkLst>
            <pc:docMk/>
            <pc:sldMk cId="311247227" sldId="279"/>
            <ac:cxnSpMk id="46" creationId="{1C030418-62FB-DFE9-9B30-C401205AE2D8}"/>
          </ac:cxnSpMkLst>
        </pc:cxnChg>
        <pc:cxnChg chg="del mod">
          <ac:chgData name="logavarshini26082023@outlook.com" userId="5979ec677b07d96e" providerId="LiveId" clId="{215FF45B-C1E7-4C62-BCAE-FA13D2935B5E}" dt="2024-11-15T03:55:50.503" v="490" actId="478"/>
          <ac:cxnSpMkLst>
            <pc:docMk/>
            <pc:sldMk cId="311247227" sldId="279"/>
            <ac:cxnSpMk id="47" creationId="{631156C3-C5A0-619D-AAF6-CD0F46D9D67C}"/>
          </ac:cxnSpMkLst>
        </pc:cxnChg>
        <pc:cxnChg chg="add">
          <ac:chgData name="logavarshini26082023@outlook.com" userId="5979ec677b07d96e" providerId="LiveId" clId="{215FF45B-C1E7-4C62-BCAE-FA13D2935B5E}" dt="2024-11-15T04:09:28.568" v="652" actId="11529"/>
          <ac:cxnSpMkLst>
            <pc:docMk/>
            <pc:sldMk cId="311247227" sldId="279"/>
            <ac:cxnSpMk id="49" creationId="{6DA66AE2-DA22-1537-D5F3-DD221913E173}"/>
          </ac:cxnSpMkLst>
        </pc:cxnChg>
        <pc:cxnChg chg="add mod">
          <ac:chgData name="logavarshini26082023@outlook.com" userId="5979ec677b07d96e" providerId="LiveId" clId="{215FF45B-C1E7-4C62-BCAE-FA13D2935B5E}" dt="2024-11-15T04:15:11.969" v="702" actId="14100"/>
          <ac:cxnSpMkLst>
            <pc:docMk/>
            <pc:sldMk cId="311247227" sldId="279"/>
            <ac:cxnSpMk id="51" creationId="{30F7DA62-2472-437C-28DA-8475BE54ED26}"/>
          </ac:cxnSpMkLst>
        </pc:cxnChg>
        <pc:cxnChg chg="add">
          <ac:chgData name="logavarshini26082023@outlook.com" userId="5979ec677b07d96e" providerId="LiveId" clId="{215FF45B-C1E7-4C62-BCAE-FA13D2935B5E}" dt="2024-11-15T04:10:01.308" v="654" actId="11529"/>
          <ac:cxnSpMkLst>
            <pc:docMk/>
            <pc:sldMk cId="311247227" sldId="279"/>
            <ac:cxnSpMk id="53" creationId="{DAD1EC57-AF43-A216-DB91-ACDD83A579F8}"/>
          </ac:cxnSpMkLst>
        </pc:cxnChg>
        <pc:cxnChg chg="add mod">
          <ac:chgData name="logavarshini26082023@outlook.com" userId="5979ec677b07d96e" providerId="LiveId" clId="{215FF45B-C1E7-4C62-BCAE-FA13D2935B5E}" dt="2024-11-15T04:15:01.666" v="700" actId="1076"/>
          <ac:cxnSpMkLst>
            <pc:docMk/>
            <pc:sldMk cId="311247227" sldId="279"/>
            <ac:cxnSpMk id="55" creationId="{706B726A-378B-99FA-3742-E7FFF53A40E4}"/>
          </ac:cxnSpMkLst>
        </pc:cxnChg>
        <pc:cxnChg chg="del mod">
          <ac:chgData name="logavarshini26082023@outlook.com" userId="5979ec677b07d96e" providerId="LiveId" clId="{215FF45B-C1E7-4C62-BCAE-FA13D2935B5E}" dt="2024-11-15T03:55:50.503" v="490" actId="478"/>
          <ac:cxnSpMkLst>
            <pc:docMk/>
            <pc:sldMk cId="311247227" sldId="279"/>
            <ac:cxnSpMk id="56" creationId="{144DA70F-A056-318B-2A61-3BCD0DFFA8A0}"/>
          </ac:cxnSpMkLst>
        </pc:cxnChg>
        <pc:cxnChg chg="del">
          <ac:chgData name="logavarshini26082023@outlook.com" userId="5979ec677b07d96e" providerId="LiveId" clId="{215FF45B-C1E7-4C62-BCAE-FA13D2935B5E}" dt="2024-11-15T03:55:50.503" v="490" actId="478"/>
          <ac:cxnSpMkLst>
            <pc:docMk/>
            <pc:sldMk cId="311247227" sldId="279"/>
            <ac:cxnSpMk id="58" creationId="{69FB012D-C604-7328-0C91-70BDCECED4C8}"/>
          </ac:cxnSpMkLst>
        </pc:cxnChg>
        <pc:cxnChg chg="del mod">
          <ac:chgData name="logavarshini26082023@outlook.com" userId="5979ec677b07d96e" providerId="LiveId" clId="{215FF45B-C1E7-4C62-BCAE-FA13D2935B5E}" dt="2024-11-15T03:55:50.503" v="490" actId="478"/>
          <ac:cxnSpMkLst>
            <pc:docMk/>
            <pc:sldMk cId="311247227" sldId="279"/>
            <ac:cxnSpMk id="61" creationId="{CCB3C7E2-8E75-7278-1CB4-835AAFBEF0E2}"/>
          </ac:cxnSpMkLst>
        </pc:cxnChg>
        <pc:cxnChg chg="del">
          <ac:chgData name="logavarshini26082023@outlook.com" userId="5979ec677b07d96e" providerId="LiveId" clId="{215FF45B-C1E7-4C62-BCAE-FA13D2935B5E}" dt="2024-11-15T03:55:50.503" v="490" actId="478"/>
          <ac:cxnSpMkLst>
            <pc:docMk/>
            <pc:sldMk cId="311247227" sldId="279"/>
            <ac:cxnSpMk id="63" creationId="{ACF152F1-E5C9-D653-29A1-3A99A93D9AF8}"/>
          </ac:cxnSpMkLst>
        </pc:cxnChg>
        <pc:cxnChg chg="add del mod">
          <ac:chgData name="logavarshini26082023@outlook.com" userId="5979ec677b07d96e" providerId="LiveId" clId="{215FF45B-C1E7-4C62-BCAE-FA13D2935B5E}" dt="2024-11-15T04:15:41.775" v="704" actId="478"/>
          <ac:cxnSpMkLst>
            <pc:docMk/>
            <pc:sldMk cId="311247227" sldId="279"/>
            <ac:cxnSpMk id="65" creationId="{132894F4-D8B9-149A-7302-71D79D269C5D}"/>
          </ac:cxnSpMkLst>
        </pc:cxnChg>
        <pc:cxnChg chg="add">
          <ac:chgData name="logavarshini26082023@outlook.com" userId="5979ec677b07d96e" providerId="LiveId" clId="{215FF45B-C1E7-4C62-BCAE-FA13D2935B5E}" dt="2024-11-15T04:15:51.125" v="705" actId="11529"/>
          <ac:cxnSpMkLst>
            <pc:docMk/>
            <pc:sldMk cId="311247227" sldId="279"/>
            <ac:cxnSpMk id="67" creationId="{9C7F8439-CA4D-110B-3911-1D2FB65E6E77}"/>
          </ac:cxnSpMkLst>
        </pc:cxnChg>
        <pc:cxnChg chg="add mod">
          <ac:chgData name="logavarshini26082023@outlook.com" userId="5979ec677b07d96e" providerId="LiveId" clId="{215FF45B-C1E7-4C62-BCAE-FA13D2935B5E}" dt="2024-11-15T04:37:25.272" v="854" actId="1076"/>
          <ac:cxnSpMkLst>
            <pc:docMk/>
            <pc:sldMk cId="311247227" sldId="279"/>
            <ac:cxnSpMk id="71" creationId="{F8CA2A76-90B0-926B-496C-43C68AB79A6E}"/>
          </ac:cxnSpMkLst>
        </pc:cxnChg>
        <pc:cxnChg chg="del mod">
          <ac:chgData name="logavarshini26082023@outlook.com" userId="5979ec677b07d96e" providerId="LiveId" clId="{215FF45B-C1E7-4C62-BCAE-FA13D2935B5E}" dt="2024-11-15T03:55:50.503" v="490" actId="478"/>
          <ac:cxnSpMkLst>
            <pc:docMk/>
            <pc:sldMk cId="311247227" sldId="279"/>
            <ac:cxnSpMk id="76" creationId="{CBD67821-33AB-F82D-5794-01F19DF6C6BA}"/>
          </ac:cxnSpMkLst>
        </pc:cxnChg>
        <pc:cxnChg chg="add del mod">
          <ac:chgData name="logavarshini26082023@outlook.com" userId="5979ec677b07d96e" providerId="LiveId" clId="{215FF45B-C1E7-4C62-BCAE-FA13D2935B5E}" dt="2024-11-15T04:35:16.336" v="816" actId="478"/>
          <ac:cxnSpMkLst>
            <pc:docMk/>
            <pc:sldMk cId="311247227" sldId="279"/>
            <ac:cxnSpMk id="79" creationId="{33558852-2096-107F-44F1-C3E2F0185C05}"/>
          </ac:cxnSpMkLst>
        </pc:cxnChg>
        <pc:cxnChg chg="del mod">
          <ac:chgData name="logavarshini26082023@outlook.com" userId="5979ec677b07d96e" providerId="LiveId" clId="{215FF45B-C1E7-4C62-BCAE-FA13D2935B5E}" dt="2024-11-15T03:55:50.503" v="490" actId="478"/>
          <ac:cxnSpMkLst>
            <pc:docMk/>
            <pc:sldMk cId="311247227" sldId="279"/>
            <ac:cxnSpMk id="81" creationId="{08716C15-8643-A8D6-31A1-84054AE1638C}"/>
          </ac:cxnSpMkLst>
        </pc:cxnChg>
        <pc:cxnChg chg="add del">
          <ac:chgData name="logavarshini26082023@outlook.com" userId="5979ec677b07d96e" providerId="LiveId" clId="{215FF45B-C1E7-4C62-BCAE-FA13D2935B5E}" dt="2024-11-15T04:35:11.115" v="811" actId="478"/>
          <ac:cxnSpMkLst>
            <pc:docMk/>
            <pc:sldMk cId="311247227" sldId="279"/>
            <ac:cxnSpMk id="82" creationId="{B153C26F-DB94-BB13-0D8B-F12504835381}"/>
          </ac:cxnSpMkLst>
        </pc:cxnChg>
        <pc:cxnChg chg="add mod">
          <ac:chgData name="logavarshini26082023@outlook.com" userId="5979ec677b07d96e" providerId="LiveId" clId="{215FF45B-C1E7-4C62-BCAE-FA13D2935B5E}" dt="2024-11-15T04:47:10.088" v="938" actId="14100"/>
          <ac:cxnSpMkLst>
            <pc:docMk/>
            <pc:sldMk cId="311247227" sldId="279"/>
            <ac:cxnSpMk id="84" creationId="{C4DA9564-9FC4-D8D9-E3E5-DD5DD5149613}"/>
          </ac:cxnSpMkLst>
        </pc:cxnChg>
        <pc:cxnChg chg="add">
          <ac:chgData name="logavarshini26082023@outlook.com" userId="5979ec677b07d96e" providerId="LiveId" clId="{215FF45B-C1E7-4C62-BCAE-FA13D2935B5E}" dt="2024-11-15T04:55:51.830" v="943" actId="11529"/>
          <ac:cxnSpMkLst>
            <pc:docMk/>
            <pc:sldMk cId="311247227" sldId="279"/>
            <ac:cxnSpMk id="89" creationId="{6E20898A-BE4F-FA4D-5DCF-661E789BC1BB}"/>
          </ac:cxnSpMkLst>
        </pc:cxnChg>
        <pc:cxnChg chg="add mod">
          <ac:chgData name="logavarshini26082023@outlook.com" userId="5979ec677b07d96e" providerId="LiveId" clId="{215FF45B-C1E7-4C62-BCAE-FA13D2935B5E}" dt="2024-11-15T05:11:04.109" v="1164" actId="1076"/>
          <ac:cxnSpMkLst>
            <pc:docMk/>
            <pc:sldMk cId="311247227" sldId="279"/>
            <ac:cxnSpMk id="91" creationId="{B2EB0AC7-ACD1-19B4-A4A8-76D3364AF2A3}"/>
          </ac:cxnSpMkLst>
        </pc:cxnChg>
        <pc:cxnChg chg="add mod">
          <ac:chgData name="logavarshini26082023@outlook.com" userId="5979ec677b07d96e" providerId="LiveId" clId="{215FF45B-C1E7-4C62-BCAE-FA13D2935B5E}" dt="2024-11-15T04:59:32.348" v="970" actId="14100"/>
          <ac:cxnSpMkLst>
            <pc:docMk/>
            <pc:sldMk cId="311247227" sldId="279"/>
            <ac:cxnSpMk id="94" creationId="{68A7426F-A224-0596-F6AD-93A2BDAC1FAC}"/>
          </ac:cxnSpMkLst>
        </pc:cxnChg>
        <pc:cxnChg chg="add del">
          <ac:chgData name="logavarshini26082023@outlook.com" userId="5979ec677b07d96e" providerId="LiveId" clId="{215FF45B-C1E7-4C62-BCAE-FA13D2935B5E}" dt="2024-11-15T05:02:45.336" v="1006" actId="478"/>
          <ac:cxnSpMkLst>
            <pc:docMk/>
            <pc:sldMk cId="311247227" sldId="279"/>
            <ac:cxnSpMk id="98" creationId="{DF88AC95-1BD6-9735-0E37-4447EDB81D20}"/>
          </ac:cxnSpMkLst>
        </pc:cxnChg>
        <pc:cxnChg chg="add del mod">
          <ac:chgData name="logavarshini26082023@outlook.com" userId="5979ec677b07d96e" providerId="LiveId" clId="{215FF45B-C1E7-4C62-BCAE-FA13D2935B5E}" dt="2024-11-15T05:04:49.807" v="1022" actId="478"/>
          <ac:cxnSpMkLst>
            <pc:docMk/>
            <pc:sldMk cId="311247227" sldId="279"/>
            <ac:cxnSpMk id="100" creationId="{2989A1C7-E454-A9EC-92C4-CF5B0CFB936E}"/>
          </ac:cxnSpMkLst>
        </pc:cxnChg>
        <pc:cxnChg chg="add del mod">
          <ac:chgData name="logavarshini26082023@outlook.com" userId="5979ec677b07d96e" providerId="LiveId" clId="{215FF45B-C1E7-4C62-BCAE-FA13D2935B5E}" dt="2024-11-15T05:05:51.930" v="1053" actId="478"/>
          <ac:cxnSpMkLst>
            <pc:docMk/>
            <pc:sldMk cId="311247227" sldId="279"/>
            <ac:cxnSpMk id="104" creationId="{03C66923-57DE-BAE7-E713-85A8BBFA17D6}"/>
          </ac:cxnSpMkLst>
        </pc:cxnChg>
        <pc:cxnChg chg="add mod">
          <ac:chgData name="logavarshini26082023@outlook.com" userId="5979ec677b07d96e" providerId="LiveId" clId="{215FF45B-C1E7-4C62-BCAE-FA13D2935B5E}" dt="2024-11-15T05:05:54.869" v="1054" actId="1076"/>
          <ac:cxnSpMkLst>
            <pc:docMk/>
            <pc:sldMk cId="311247227" sldId="279"/>
            <ac:cxnSpMk id="106" creationId="{63F0D7D9-C423-9D92-E851-C3F85CE26B1D}"/>
          </ac:cxnSpMkLst>
        </pc:cxnChg>
        <pc:cxnChg chg="add mod">
          <ac:chgData name="logavarshini26082023@outlook.com" userId="5979ec677b07d96e" providerId="LiveId" clId="{215FF45B-C1E7-4C62-BCAE-FA13D2935B5E}" dt="2024-11-15T05:06:04.455" v="1057" actId="14100"/>
          <ac:cxnSpMkLst>
            <pc:docMk/>
            <pc:sldMk cId="311247227" sldId="279"/>
            <ac:cxnSpMk id="108" creationId="{7021D6ED-9841-1B8C-F3E9-53D86A048767}"/>
          </ac:cxnSpMkLst>
        </pc:cxnChg>
        <pc:cxnChg chg="add mod">
          <ac:chgData name="logavarshini26082023@outlook.com" userId="5979ec677b07d96e" providerId="LiveId" clId="{215FF45B-C1E7-4C62-BCAE-FA13D2935B5E}" dt="2024-11-15T05:06:01.643" v="1056" actId="14100"/>
          <ac:cxnSpMkLst>
            <pc:docMk/>
            <pc:sldMk cId="311247227" sldId="279"/>
            <ac:cxnSpMk id="110" creationId="{CFC1ED84-026B-FF8F-FA60-262E26963A45}"/>
          </ac:cxnSpMkLst>
        </pc:cxnChg>
        <pc:cxnChg chg="add del mod">
          <ac:chgData name="logavarshini26082023@outlook.com" userId="5979ec677b07d96e" providerId="LiveId" clId="{215FF45B-C1E7-4C62-BCAE-FA13D2935B5E}" dt="2024-11-15T05:05:02.904" v="1024" actId="478"/>
          <ac:cxnSpMkLst>
            <pc:docMk/>
            <pc:sldMk cId="311247227" sldId="279"/>
            <ac:cxnSpMk id="117" creationId="{2B42BD96-DF81-C11E-7195-CF923248058D}"/>
          </ac:cxnSpMkLst>
        </pc:cxnChg>
        <pc:cxnChg chg="add mod">
          <ac:chgData name="logavarshini26082023@outlook.com" userId="5979ec677b07d96e" providerId="LiveId" clId="{215FF45B-C1E7-4C62-BCAE-FA13D2935B5E}" dt="2024-11-15T05:06:11.347" v="1058" actId="1076"/>
          <ac:cxnSpMkLst>
            <pc:docMk/>
            <pc:sldMk cId="311247227" sldId="279"/>
            <ac:cxnSpMk id="119" creationId="{7CC5A788-297C-7AAB-9CD9-85910A0BD714}"/>
          </ac:cxnSpMkLst>
        </pc:cxnChg>
        <pc:cxnChg chg="add mod">
          <ac:chgData name="logavarshini26082023@outlook.com" userId="5979ec677b07d96e" providerId="LiveId" clId="{215FF45B-C1E7-4C62-BCAE-FA13D2935B5E}" dt="2024-11-15T05:06:49.233" v="1060" actId="14100"/>
          <ac:cxnSpMkLst>
            <pc:docMk/>
            <pc:sldMk cId="311247227" sldId="279"/>
            <ac:cxnSpMk id="128" creationId="{4DE5E431-1681-3091-8AE0-E84DC3993CFA}"/>
          </ac:cxnSpMkLst>
        </pc:cxnChg>
        <pc:cxnChg chg="add">
          <ac:chgData name="logavarshini26082023@outlook.com" userId="5979ec677b07d96e" providerId="LiveId" clId="{215FF45B-C1E7-4C62-BCAE-FA13D2935B5E}" dt="2024-11-15T05:07:35.706" v="1084" actId="11529"/>
          <ac:cxnSpMkLst>
            <pc:docMk/>
            <pc:sldMk cId="311247227" sldId="279"/>
            <ac:cxnSpMk id="132" creationId="{F81D19D5-1730-77B9-0937-5E2318D4D549}"/>
          </ac:cxnSpMkLst>
        </pc:cxnChg>
        <pc:cxnChg chg="add mod">
          <ac:chgData name="logavarshini26082023@outlook.com" userId="5979ec677b07d96e" providerId="LiveId" clId="{215FF45B-C1E7-4C62-BCAE-FA13D2935B5E}" dt="2024-11-15T05:11:09.078" v="1165" actId="1076"/>
          <ac:cxnSpMkLst>
            <pc:docMk/>
            <pc:sldMk cId="311247227" sldId="279"/>
            <ac:cxnSpMk id="136" creationId="{1478B0DC-3730-06FC-9E27-255905108E82}"/>
          </ac:cxnSpMkLst>
        </pc:cxnChg>
        <pc:cxnChg chg="add del mod">
          <ac:chgData name="logavarshini26082023@outlook.com" userId="5979ec677b07d96e" providerId="LiveId" clId="{215FF45B-C1E7-4C62-BCAE-FA13D2935B5E}" dt="2024-11-15T05:12:30.108" v="1175" actId="478"/>
          <ac:cxnSpMkLst>
            <pc:docMk/>
            <pc:sldMk cId="311247227" sldId="279"/>
            <ac:cxnSpMk id="141" creationId="{372D4DAE-87F0-465A-2A57-4F580F0FFAFA}"/>
          </ac:cxnSpMkLst>
        </pc:cxnChg>
        <pc:cxnChg chg="add">
          <ac:chgData name="logavarshini26082023@outlook.com" userId="5979ec677b07d96e" providerId="LiveId" clId="{215FF45B-C1E7-4C62-BCAE-FA13D2935B5E}" dt="2024-11-15T05:12:38.286" v="1176" actId="11529"/>
          <ac:cxnSpMkLst>
            <pc:docMk/>
            <pc:sldMk cId="311247227" sldId="279"/>
            <ac:cxnSpMk id="144" creationId="{901CDD63-128E-5A6D-887E-A1B59589B8D5}"/>
          </ac:cxnSpMkLst>
        </pc:cxnChg>
        <pc:cxnChg chg="add">
          <ac:chgData name="logavarshini26082023@outlook.com" userId="5979ec677b07d96e" providerId="LiveId" clId="{215FF45B-C1E7-4C62-BCAE-FA13D2935B5E}" dt="2024-11-15T05:12:48.828" v="1177" actId="11529"/>
          <ac:cxnSpMkLst>
            <pc:docMk/>
            <pc:sldMk cId="311247227" sldId="279"/>
            <ac:cxnSpMk id="146" creationId="{E817AFFE-092D-850B-1DB9-1C6C155A50BF}"/>
          </ac:cxnSpMkLst>
        </pc:cxnChg>
        <pc:cxnChg chg="add">
          <ac:chgData name="logavarshini26082023@outlook.com" userId="5979ec677b07d96e" providerId="LiveId" clId="{215FF45B-C1E7-4C62-BCAE-FA13D2935B5E}" dt="2024-11-15T05:12:57.596" v="1178" actId="11529"/>
          <ac:cxnSpMkLst>
            <pc:docMk/>
            <pc:sldMk cId="311247227" sldId="279"/>
            <ac:cxnSpMk id="148" creationId="{A1F90746-36D7-0926-D360-7AAF3F808480}"/>
          </ac:cxnSpMkLst>
        </pc:cxnChg>
      </pc:sldChg>
      <pc:sldChg chg="del">
        <pc:chgData name="logavarshini26082023@outlook.com" userId="5979ec677b07d96e" providerId="LiveId" clId="{215FF45B-C1E7-4C62-BCAE-FA13D2935B5E}" dt="2024-10-15T04:38:06.770" v="0" actId="47"/>
        <pc:sldMkLst>
          <pc:docMk/>
          <pc:sldMk cId="529977282" sldId="280"/>
        </pc:sldMkLst>
      </pc:sldChg>
      <pc:sldChg chg="del">
        <pc:chgData name="logavarshini26082023@outlook.com" userId="5979ec677b07d96e" providerId="LiveId" clId="{215FF45B-C1E7-4C62-BCAE-FA13D2935B5E}" dt="2024-10-15T10:57:52.397" v="46" actId="47"/>
        <pc:sldMkLst>
          <pc:docMk/>
          <pc:sldMk cId="2752254073" sldId="282"/>
        </pc:sldMkLst>
      </pc:sldChg>
      <pc:sldChg chg="modSp mod">
        <pc:chgData name="logavarshini26082023@outlook.com" userId="5979ec677b07d96e" providerId="LiveId" clId="{215FF45B-C1E7-4C62-BCAE-FA13D2935B5E}" dt="2024-11-14T20:44:59.118" v="418"/>
        <pc:sldMkLst>
          <pc:docMk/>
          <pc:sldMk cId="2056968114" sldId="284"/>
        </pc:sldMkLst>
        <pc:spChg chg="mod">
          <ac:chgData name="logavarshini26082023@outlook.com" userId="5979ec677b07d96e" providerId="LiveId" clId="{215FF45B-C1E7-4C62-BCAE-FA13D2935B5E}" dt="2024-11-14T20:44:59.118" v="418"/>
          <ac:spMkLst>
            <pc:docMk/>
            <pc:sldMk cId="2056968114" sldId="284"/>
            <ac:spMk id="3" creationId="{8B12D289-8E6B-5495-EE00-612336A3B79C}"/>
          </ac:spMkLst>
        </pc:spChg>
        <pc:spChg chg="mod">
          <ac:chgData name="logavarshini26082023@outlook.com" userId="5979ec677b07d96e" providerId="LiveId" clId="{215FF45B-C1E7-4C62-BCAE-FA13D2935B5E}" dt="2024-10-15T04:47:09.988" v="25" actId="6549"/>
          <ac:spMkLst>
            <pc:docMk/>
            <pc:sldMk cId="2056968114" sldId="284"/>
            <ac:spMk id="5" creationId="{F7119860-9318-5438-3E05-8DC58358BAA2}"/>
          </ac:spMkLst>
        </pc:spChg>
      </pc:sldChg>
      <pc:sldChg chg="addSp delSp modSp add mod">
        <pc:chgData name="logavarshini26082023@outlook.com" userId="5979ec677b07d96e" providerId="LiveId" clId="{215FF45B-C1E7-4C62-BCAE-FA13D2935B5E}" dt="2024-11-15T09:16:41.594" v="1183" actId="5793"/>
        <pc:sldMkLst>
          <pc:docMk/>
          <pc:sldMk cId="477443608" sldId="285"/>
        </pc:sldMkLst>
        <pc:spChg chg="del mod">
          <ac:chgData name="logavarshini26082023@outlook.com" userId="5979ec677b07d96e" providerId="LiveId" clId="{215FF45B-C1E7-4C62-BCAE-FA13D2935B5E}" dt="2024-11-14T17:33:32.216" v="51"/>
          <ac:spMkLst>
            <pc:docMk/>
            <pc:sldMk cId="477443608" sldId="285"/>
            <ac:spMk id="6" creationId="{9C6F1FF1-A30D-5794-4E99-AADE14312B35}"/>
          </ac:spMkLst>
        </pc:spChg>
        <pc:spChg chg="add mod">
          <ac:chgData name="logavarshini26082023@outlook.com" userId="5979ec677b07d96e" providerId="LiveId" clId="{215FF45B-C1E7-4C62-BCAE-FA13D2935B5E}" dt="2024-11-15T09:16:41.594" v="1183" actId="5793"/>
          <ac:spMkLst>
            <pc:docMk/>
            <pc:sldMk cId="477443608" sldId="285"/>
            <ac:spMk id="7" creationId="{2510DB2A-773C-2DB0-66E7-DA3D76D6B090}"/>
          </ac:spMkLst>
        </pc:spChg>
        <pc:picChg chg="add mod">
          <ac:chgData name="logavarshini26082023@outlook.com" userId="5979ec677b07d96e" providerId="LiveId" clId="{215FF45B-C1E7-4C62-BCAE-FA13D2935B5E}" dt="2024-11-15T09:16:37.422" v="1182" actId="14100"/>
          <ac:picMkLst>
            <pc:docMk/>
            <pc:sldMk cId="477443608" sldId="285"/>
            <ac:picMk id="9" creationId="{E51BF49F-3EF0-9A58-3243-6121C59B0133}"/>
          </ac:picMkLst>
        </pc:picChg>
      </pc:sldChg>
      <pc:sldChg chg="addSp delSp modSp new mod">
        <pc:chgData name="logavarshini26082023@outlook.com" userId="5979ec677b07d96e" providerId="LiveId" clId="{215FF45B-C1E7-4C62-BCAE-FA13D2935B5E}" dt="2024-11-14T20:46:57.988" v="458" actId="113"/>
        <pc:sldMkLst>
          <pc:docMk/>
          <pc:sldMk cId="3927126712" sldId="286"/>
        </pc:sldMkLst>
        <pc:spChg chg="mod">
          <ac:chgData name="logavarshini26082023@outlook.com" userId="5979ec677b07d96e" providerId="LiveId" clId="{215FF45B-C1E7-4C62-BCAE-FA13D2935B5E}" dt="2024-11-14T20:46:57.988" v="458" actId="113"/>
          <ac:spMkLst>
            <pc:docMk/>
            <pc:sldMk cId="3927126712" sldId="286"/>
            <ac:spMk id="2" creationId="{29CD5C89-0907-5631-0B6B-67034F0E2823}"/>
          </ac:spMkLst>
        </pc:spChg>
        <pc:spChg chg="add del mod">
          <ac:chgData name="logavarshini26082023@outlook.com" userId="5979ec677b07d96e" providerId="LiveId" clId="{215FF45B-C1E7-4C62-BCAE-FA13D2935B5E}" dt="2024-11-14T20:46:44.691" v="457" actId="27636"/>
          <ac:spMkLst>
            <pc:docMk/>
            <pc:sldMk cId="3927126712" sldId="286"/>
            <ac:spMk id="3" creationId="{9C168300-8802-EC85-9733-FB3118F85CAF}"/>
          </ac:spMkLst>
        </pc:spChg>
        <pc:spChg chg="add mod">
          <ac:chgData name="logavarshini26082023@outlook.com" userId="5979ec677b07d96e" providerId="LiveId" clId="{215FF45B-C1E7-4C62-BCAE-FA13D2935B5E}" dt="2024-11-14T20:45:50.105" v="447"/>
          <ac:spMkLst>
            <pc:docMk/>
            <pc:sldMk cId="3927126712" sldId="286"/>
            <ac:spMk id="7" creationId="{F861A6CE-F467-6548-31C0-AD280BC3EF8B}"/>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ACD2008-40FE-01AF-0C8E-FA45E8FC2F6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A45F61B9-6FF4-9FDC-110E-3AC2D43ABDD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764D10A-875E-483D-8CF7-D2347ED955B1}" type="datetimeFigureOut">
              <a:rPr lang="en-GB" smtClean="0"/>
              <a:t>02/05/2026</a:t>
            </a:fld>
            <a:endParaRPr lang="en-GB"/>
          </a:p>
        </p:txBody>
      </p:sp>
      <p:sp>
        <p:nvSpPr>
          <p:cNvPr id="4" name="Footer Placeholder 3">
            <a:extLst>
              <a:ext uri="{FF2B5EF4-FFF2-40B4-BE49-F238E27FC236}">
                <a16:creationId xmlns:a16="http://schemas.microsoft.com/office/drawing/2014/main" id="{06588FC7-5815-E351-71A5-62A822F40ED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DE30378E-A656-A7E7-EC7A-BB6B295438B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ADEB0EE-740E-4510-9678-2E06BC180D09}" type="slidenum">
              <a:rPr lang="en-GB" smtClean="0"/>
              <a:t>‹#›</a:t>
            </a:fld>
            <a:endParaRPr lang="en-GB"/>
          </a:p>
        </p:txBody>
      </p:sp>
    </p:spTree>
    <p:extLst>
      <p:ext uri="{BB962C8B-B14F-4D97-AF65-F5344CB8AC3E}">
        <p14:creationId xmlns:p14="http://schemas.microsoft.com/office/powerpoint/2010/main" val="131306658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0181CA-BC50-472B-826A-8E8C23743E5C}" type="datetimeFigureOut">
              <a:rPr lang="en-GB" smtClean="0"/>
              <a:t>02/05/2026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1D61B0-6C0C-4209-B06B-218A3D88438C}" type="slidenum">
              <a:rPr lang="en-GB" smtClean="0"/>
              <a:t>‹#›</a:t>
            </a:fld>
            <a:endParaRPr lang="en-GB"/>
          </a:p>
        </p:txBody>
      </p:sp>
    </p:spTree>
    <p:extLst>
      <p:ext uri="{BB962C8B-B14F-4D97-AF65-F5344CB8AC3E}">
        <p14:creationId xmlns:p14="http://schemas.microsoft.com/office/powerpoint/2010/main" val="18424862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D942A-CF98-A40F-9D5E-3AD2D444A88A}"/>
              </a:ext>
            </a:extLst>
          </p:cNvPr>
          <p:cNvSpPr>
            <a:spLocks noGrp="1"/>
          </p:cNvSpPr>
          <p:nvPr>
            <p:ph type="ctrTitle"/>
          </p:nvPr>
        </p:nvSpPr>
        <p:spPr>
          <a:xfrm>
            <a:off x="1524000" y="1236659"/>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1D4C0C52-E9C5-4967-DD15-068C0C79ECEC}"/>
              </a:ext>
            </a:extLst>
          </p:cNvPr>
          <p:cNvSpPr>
            <a:spLocks noGrp="1"/>
          </p:cNvSpPr>
          <p:nvPr>
            <p:ph type="subTitle" idx="1"/>
          </p:nvPr>
        </p:nvSpPr>
        <p:spPr>
          <a:xfrm>
            <a:off x="1524000" y="3795462"/>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F556E39C-1F8B-011B-A605-8831C7B91FFF}"/>
              </a:ext>
            </a:extLst>
          </p:cNvPr>
          <p:cNvSpPr>
            <a:spLocks noGrp="1"/>
          </p:cNvSpPr>
          <p:nvPr>
            <p:ph type="dt" sz="half" idx="10"/>
          </p:nvPr>
        </p:nvSpPr>
        <p:spPr/>
        <p:txBody>
          <a:bodyPr/>
          <a:lstStyle/>
          <a:p>
            <a:fld id="{85499988-AD91-4F81-A276-BBD13012372D}" type="datetime5">
              <a:rPr lang="en-GB" smtClean="0"/>
              <a:t>2-May-26</a:t>
            </a:fld>
            <a:endParaRPr lang="en-GB"/>
          </a:p>
        </p:txBody>
      </p:sp>
      <p:sp>
        <p:nvSpPr>
          <p:cNvPr id="5" name="Footer Placeholder 4">
            <a:extLst>
              <a:ext uri="{FF2B5EF4-FFF2-40B4-BE49-F238E27FC236}">
                <a16:creationId xmlns:a16="http://schemas.microsoft.com/office/drawing/2014/main" id="{0CA8263D-6468-F5C5-8E0B-3785020FE05D}"/>
              </a:ext>
            </a:extLst>
          </p:cNvPr>
          <p:cNvSpPr>
            <a:spLocks noGrp="1"/>
          </p:cNvSpPr>
          <p:nvPr>
            <p:ph type="ftr" sz="quarter" idx="11"/>
          </p:nvPr>
        </p:nvSpPr>
        <p:spPr/>
        <p:txBody>
          <a:bodyPr/>
          <a:lstStyle/>
          <a:p>
            <a:r>
              <a:rPr lang="en-GB" dirty="0"/>
              <a:t>Research Credit Project - Zeroth Review</a:t>
            </a:r>
          </a:p>
        </p:txBody>
      </p:sp>
      <p:sp>
        <p:nvSpPr>
          <p:cNvPr id="6" name="Slide Number Placeholder 5">
            <a:extLst>
              <a:ext uri="{FF2B5EF4-FFF2-40B4-BE49-F238E27FC236}">
                <a16:creationId xmlns:a16="http://schemas.microsoft.com/office/drawing/2014/main" id="{E45988F0-7D03-522C-69AC-0D9CA3FD4C8B}"/>
              </a:ext>
            </a:extLst>
          </p:cNvPr>
          <p:cNvSpPr>
            <a:spLocks noGrp="1"/>
          </p:cNvSpPr>
          <p:nvPr>
            <p:ph type="sldNum" sz="quarter" idx="12"/>
          </p:nvPr>
        </p:nvSpPr>
        <p:spPr>
          <a:xfrm>
            <a:off x="9155727" y="6385291"/>
            <a:ext cx="2743200" cy="365125"/>
          </a:xfrm>
        </p:spPr>
        <p:txBody>
          <a:bodyPr/>
          <a:lstStyle/>
          <a:p>
            <a:fld id="{7CAC582C-34A3-47E8-9F28-5E4BAA2AE2BF}" type="slidenum">
              <a:rPr lang="en-GB" smtClean="0"/>
              <a:t>‹#›</a:t>
            </a:fld>
            <a:endParaRPr lang="en-GB"/>
          </a:p>
        </p:txBody>
      </p:sp>
    </p:spTree>
    <p:extLst>
      <p:ext uri="{BB962C8B-B14F-4D97-AF65-F5344CB8AC3E}">
        <p14:creationId xmlns:p14="http://schemas.microsoft.com/office/powerpoint/2010/main" val="11174206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46DCE4-4DD2-E904-6225-057850148705}"/>
              </a:ext>
            </a:extLst>
          </p:cNvPr>
          <p:cNvSpPr>
            <a:spLocks noGrp="1"/>
          </p:cNvSpPr>
          <p:nvPr>
            <p:ph type="title"/>
          </p:nvPr>
        </p:nvSpPr>
        <p:spPr/>
        <p:txBody>
          <a:body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6FD8739B-1FC1-B24E-DDF8-876007872244}"/>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9B3DF30B-5F08-1849-3FE4-A64B8E09C116}"/>
              </a:ext>
            </a:extLst>
          </p:cNvPr>
          <p:cNvSpPr>
            <a:spLocks noGrp="1"/>
          </p:cNvSpPr>
          <p:nvPr>
            <p:ph type="dt" sz="half" idx="10"/>
          </p:nvPr>
        </p:nvSpPr>
        <p:spPr/>
        <p:txBody>
          <a:bodyPr/>
          <a:lstStyle/>
          <a:p>
            <a:fld id="{58DCAF1C-1602-43ED-A78B-D90E1BF551C3}" type="datetime5">
              <a:rPr lang="en-GB" smtClean="0"/>
              <a:t>2-May-26</a:t>
            </a:fld>
            <a:endParaRPr lang="en-GB"/>
          </a:p>
        </p:txBody>
      </p:sp>
      <p:sp>
        <p:nvSpPr>
          <p:cNvPr id="5" name="Footer Placeholder 4">
            <a:extLst>
              <a:ext uri="{FF2B5EF4-FFF2-40B4-BE49-F238E27FC236}">
                <a16:creationId xmlns:a16="http://schemas.microsoft.com/office/drawing/2014/main" id="{6CC3B3BF-A607-864D-5008-1864B4EA6904}"/>
              </a:ext>
            </a:extLst>
          </p:cNvPr>
          <p:cNvSpPr>
            <a:spLocks noGrp="1"/>
          </p:cNvSpPr>
          <p:nvPr>
            <p:ph type="ftr" sz="quarter" idx="11"/>
          </p:nvPr>
        </p:nvSpPr>
        <p:spPr/>
        <p:txBody>
          <a:bodyPr/>
          <a:lstStyle/>
          <a:p>
            <a:r>
              <a:rPr lang="en-GB" dirty="0"/>
              <a:t>Research Credit Project - Zeroth Review</a:t>
            </a:r>
          </a:p>
        </p:txBody>
      </p:sp>
      <p:sp>
        <p:nvSpPr>
          <p:cNvPr id="6" name="Slide Number Placeholder 5">
            <a:extLst>
              <a:ext uri="{FF2B5EF4-FFF2-40B4-BE49-F238E27FC236}">
                <a16:creationId xmlns:a16="http://schemas.microsoft.com/office/drawing/2014/main" id="{2EC41870-5EAF-9F51-F322-DAEEFEE2E45C}"/>
              </a:ext>
            </a:extLst>
          </p:cNvPr>
          <p:cNvSpPr>
            <a:spLocks noGrp="1"/>
          </p:cNvSpPr>
          <p:nvPr>
            <p:ph type="sldNum" sz="quarter" idx="12"/>
          </p:nvPr>
        </p:nvSpPr>
        <p:spPr/>
        <p:txBody>
          <a:bodyPr/>
          <a:lstStyle/>
          <a:p>
            <a:fld id="{7CAC582C-34A3-47E8-9F28-5E4BAA2AE2BF}" type="slidenum">
              <a:rPr lang="en-GB" smtClean="0"/>
              <a:t>‹#›</a:t>
            </a:fld>
            <a:endParaRPr lang="en-GB"/>
          </a:p>
        </p:txBody>
      </p:sp>
    </p:spTree>
    <p:extLst>
      <p:ext uri="{BB962C8B-B14F-4D97-AF65-F5344CB8AC3E}">
        <p14:creationId xmlns:p14="http://schemas.microsoft.com/office/powerpoint/2010/main" val="10795983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0F4A5-3D90-1810-8B30-F3B7E8C1F00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0D4B64A9-155B-0F55-AD32-4CEFB543A8A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D08540C-9713-CA2F-4B87-674524841DB2}"/>
              </a:ext>
            </a:extLst>
          </p:cNvPr>
          <p:cNvSpPr>
            <a:spLocks noGrp="1"/>
          </p:cNvSpPr>
          <p:nvPr>
            <p:ph type="dt" sz="half" idx="10"/>
          </p:nvPr>
        </p:nvSpPr>
        <p:spPr/>
        <p:txBody>
          <a:bodyPr/>
          <a:lstStyle/>
          <a:p>
            <a:fld id="{8C884E74-0B85-4906-A515-B026C66A0968}" type="datetime5">
              <a:rPr lang="en-GB" smtClean="0"/>
              <a:t>2-May-26</a:t>
            </a:fld>
            <a:endParaRPr lang="en-GB"/>
          </a:p>
        </p:txBody>
      </p:sp>
      <p:sp>
        <p:nvSpPr>
          <p:cNvPr id="5" name="Footer Placeholder 4">
            <a:extLst>
              <a:ext uri="{FF2B5EF4-FFF2-40B4-BE49-F238E27FC236}">
                <a16:creationId xmlns:a16="http://schemas.microsoft.com/office/drawing/2014/main" id="{B175B802-0446-1C40-3883-24602CA304E9}"/>
              </a:ext>
            </a:extLst>
          </p:cNvPr>
          <p:cNvSpPr>
            <a:spLocks noGrp="1"/>
          </p:cNvSpPr>
          <p:nvPr>
            <p:ph type="ftr" sz="quarter" idx="11"/>
          </p:nvPr>
        </p:nvSpPr>
        <p:spPr/>
        <p:txBody>
          <a:bodyPr/>
          <a:lstStyle/>
          <a:p>
            <a:r>
              <a:rPr lang="en-GB" dirty="0"/>
              <a:t>Research Credit Project - Zeroth Review</a:t>
            </a:r>
          </a:p>
        </p:txBody>
      </p:sp>
      <p:sp>
        <p:nvSpPr>
          <p:cNvPr id="6" name="Slide Number Placeholder 5">
            <a:extLst>
              <a:ext uri="{FF2B5EF4-FFF2-40B4-BE49-F238E27FC236}">
                <a16:creationId xmlns:a16="http://schemas.microsoft.com/office/drawing/2014/main" id="{5287AEC7-F736-BC7A-AEEE-08B3AE2B286F}"/>
              </a:ext>
            </a:extLst>
          </p:cNvPr>
          <p:cNvSpPr>
            <a:spLocks noGrp="1"/>
          </p:cNvSpPr>
          <p:nvPr>
            <p:ph type="sldNum" sz="quarter" idx="12"/>
          </p:nvPr>
        </p:nvSpPr>
        <p:spPr/>
        <p:txBody>
          <a:bodyPr/>
          <a:lstStyle/>
          <a:p>
            <a:fld id="{7CAC582C-34A3-47E8-9F28-5E4BAA2AE2BF}" type="slidenum">
              <a:rPr lang="en-GB" smtClean="0"/>
              <a:t>‹#›</a:t>
            </a:fld>
            <a:endParaRPr lang="en-GB"/>
          </a:p>
        </p:txBody>
      </p:sp>
    </p:spTree>
    <p:extLst>
      <p:ext uri="{BB962C8B-B14F-4D97-AF65-F5344CB8AC3E}">
        <p14:creationId xmlns:p14="http://schemas.microsoft.com/office/powerpoint/2010/main" val="25449577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35426-2F0F-DD83-6068-06088B9E9A0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EEBD6906-D726-F4DB-0ECF-568164763F5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29F9B2B5-20BD-CFEE-9D96-33F97EDB67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63724084-E4E5-9670-5A27-CB8A8404BAB8}"/>
              </a:ext>
            </a:extLst>
          </p:cNvPr>
          <p:cNvSpPr>
            <a:spLocks noGrp="1"/>
          </p:cNvSpPr>
          <p:nvPr>
            <p:ph type="dt" sz="half" idx="10"/>
          </p:nvPr>
        </p:nvSpPr>
        <p:spPr/>
        <p:txBody>
          <a:bodyPr/>
          <a:lstStyle/>
          <a:p>
            <a:fld id="{9990677D-5B3D-4855-9056-58B38A4ED05F}" type="datetime5">
              <a:rPr lang="en-GB" smtClean="0"/>
              <a:t>2-May-26</a:t>
            </a:fld>
            <a:endParaRPr lang="en-GB"/>
          </a:p>
        </p:txBody>
      </p:sp>
      <p:sp>
        <p:nvSpPr>
          <p:cNvPr id="6" name="Footer Placeholder 5">
            <a:extLst>
              <a:ext uri="{FF2B5EF4-FFF2-40B4-BE49-F238E27FC236}">
                <a16:creationId xmlns:a16="http://schemas.microsoft.com/office/drawing/2014/main" id="{478FB102-340A-103B-3E9B-C4880CF34759}"/>
              </a:ext>
            </a:extLst>
          </p:cNvPr>
          <p:cNvSpPr>
            <a:spLocks noGrp="1"/>
          </p:cNvSpPr>
          <p:nvPr>
            <p:ph type="ftr" sz="quarter" idx="11"/>
          </p:nvPr>
        </p:nvSpPr>
        <p:spPr/>
        <p:txBody>
          <a:bodyPr/>
          <a:lstStyle/>
          <a:p>
            <a:r>
              <a:rPr lang="en-GB" dirty="0"/>
              <a:t>Research Credit Project - Zeroth Review</a:t>
            </a:r>
          </a:p>
        </p:txBody>
      </p:sp>
      <p:sp>
        <p:nvSpPr>
          <p:cNvPr id="7" name="Slide Number Placeholder 6">
            <a:extLst>
              <a:ext uri="{FF2B5EF4-FFF2-40B4-BE49-F238E27FC236}">
                <a16:creationId xmlns:a16="http://schemas.microsoft.com/office/drawing/2014/main" id="{7C8F4002-9C35-8258-721F-6187F6F9231F}"/>
              </a:ext>
            </a:extLst>
          </p:cNvPr>
          <p:cNvSpPr>
            <a:spLocks noGrp="1"/>
          </p:cNvSpPr>
          <p:nvPr>
            <p:ph type="sldNum" sz="quarter" idx="12"/>
          </p:nvPr>
        </p:nvSpPr>
        <p:spPr/>
        <p:txBody>
          <a:bodyPr/>
          <a:lstStyle/>
          <a:p>
            <a:fld id="{7CAC582C-34A3-47E8-9F28-5E4BAA2AE2BF}" type="slidenum">
              <a:rPr lang="en-GB" smtClean="0"/>
              <a:t>‹#›</a:t>
            </a:fld>
            <a:endParaRPr lang="en-GB"/>
          </a:p>
        </p:txBody>
      </p:sp>
    </p:spTree>
    <p:extLst>
      <p:ext uri="{BB962C8B-B14F-4D97-AF65-F5344CB8AC3E}">
        <p14:creationId xmlns:p14="http://schemas.microsoft.com/office/powerpoint/2010/main" val="17935763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83CEC9-3C62-E7C2-3742-28DE95246CA8}"/>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81BB9C1-D858-B893-AF4C-CAC1A20D9B6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BEAB444-1890-987F-DFF5-5D44F6D0CEF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A4BC6FAC-0574-2994-4092-9B1CD0E33A8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8070065-7B7A-39AF-843B-265E44FE729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6BFC6AB1-BBA2-EDF6-B059-7FB32489B9E2}"/>
              </a:ext>
            </a:extLst>
          </p:cNvPr>
          <p:cNvSpPr>
            <a:spLocks noGrp="1"/>
          </p:cNvSpPr>
          <p:nvPr>
            <p:ph type="dt" sz="half" idx="10"/>
          </p:nvPr>
        </p:nvSpPr>
        <p:spPr/>
        <p:txBody>
          <a:bodyPr/>
          <a:lstStyle/>
          <a:p>
            <a:fld id="{5159809D-AD4C-4DBA-8DF5-5A5B1B00D95F}" type="datetime5">
              <a:rPr lang="en-GB" smtClean="0"/>
              <a:t>2-May-26</a:t>
            </a:fld>
            <a:endParaRPr lang="en-GB"/>
          </a:p>
        </p:txBody>
      </p:sp>
      <p:sp>
        <p:nvSpPr>
          <p:cNvPr id="8" name="Footer Placeholder 7">
            <a:extLst>
              <a:ext uri="{FF2B5EF4-FFF2-40B4-BE49-F238E27FC236}">
                <a16:creationId xmlns:a16="http://schemas.microsoft.com/office/drawing/2014/main" id="{0C27840D-0658-55CE-ED89-DC69AA10C646}"/>
              </a:ext>
            </a:extLst>
          </p:cNvPr>
          <p:cNvSpPr>
            <a:spLocks noGrp="1"/>
          </p:cNvSpPr>
          <p:nvPr>
            <p:ph type="ftr" sz="quarter" idx="11"/>
          </p:nvPr>
        </p:nvSpPr>
        <p:spPr/>
        <p:txBody>
          <a:bodyPr/>
          <a:lstStyle/>
          <a:p>
            <a:r>
              <a:rPr lang="en-GB" dirty="0"/>
              <a:t>Research Credit Project - Zeroth Review</a:t>
            </a:r>
          </a:p>
        </p:txBody>
      </p:sp>
      <p:sp>
        <p:nvSpPr>
          <p:cNvPr id="9" name="Slide Number Placeholder 8">
            <a:extLst>
              <a:ext uri="{FF2B5EF4-FFF2-40B4-BE49-F238E27FC236}">
                <a16:creationId xmlns:a16="http://schemas.microsoft.com/office/drawing/2014/main" id="{EBCF21FD-CCBF-F821-AAEA-355DF9EEDBB9}"/>
              </a:ext>
            </a:extLst>
          </p:cNvPr>
          <p:cNvSpPr>
            <a:spLocks noGrp="1"/>
          </p:cNvSpPr>
          <p:nvPr>
            <p:ph type="sldNum" sz="quarter" idx="12"/>
          </p:nvPr>
        </p:nvSpPr>
        <p:spPr/>
        <p:txBody>
          <a:bodyPr/>
          <a:lstStyle/>
          <a:p>
            <a:fld id="{7CAC582C-34A3-47E8-9F28-5E4BAA2AE2BF}" type="slidenum">
              <a:rPr lang="en-GB" smtClean="0"/>
              <a:t>‹#›</a:t>
            </a:fld>
            <a:endParaRPr lang="en-GB"/>
          </a:p>
        </p:txBody>
      </p:sp>
    </p:spTree>
    <p:extLst>
      <p:ext uri="{BB962C8B-B14F-4D97-AF65-F5344CB8AC3E}">
        <p14:creationId xmlns:p14="http://schemas.microsoft.com/office/powerpoint/2010/main" val="23462411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84E8E-997E-597A-9FBA-9F44516F5CF9}"/>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BF153524-575F-3027-41D8-EEBA229AFABC}"/>
              </a:ext>
            </a:extLst>
          </p:cNvPr>
          <p:cNvSpPr>
            <a:spLocks noGrp="1"/>
          </p:cNvSpPr>
          <p:nvPr>
            <p:ph type="dt" sz="half" idx="10"/>
          </p:nvPr>
        </p:nvSpPr>
        <p:spPr/>
        <p:txBody>
          <a:bodyPr/>
          <a:lstStyle/>
          <a:p>
            <a:fld id="{ADB91FD2-63F5-49BE-9AAC-E62EE1BD8AB6}" type="datetime5">
              <a:rPr lang="en-GB" smtClean="0"/>
              <a:t>2-May-26</a:t>
            </a:fld>
            <a:endParaRPr lang="en-GB"/>
          </a:p>
        </p:txBody>
      </p:sp>
      <p:sp>
        <p:nvSpPr>
          <p:cNvPr id="4" name="Footer Placeholder 3">
            <a:extLst>
              <a:ext uri="{FF2B5EF4-FFF2-40B4-BE49-F238E27FC236}">
                <a16:creationId xmlns:a16="http://schemas.microsoft.com/office/drawing/2014/main" id="{20F18559-EC12-C5F9-E87D-BAAE07E2D256}"/>
              </a:ext>
            </a:extLst>
          </p:cNvPr>
          <p:cNvSpPr>
            <a:spLocks noGrp="1"/>
          </p:cNvSpPr>
          <p:nvPr>
            <p:ph type="ftr" sz="quarter" idx="11"/>
          </p:nvPr>
        </p:nvSpPr>
        <p:spPr/>
        <p:txBody>
          <a:bodyPr/>
          <a:lstStyle/>
          <a:p>
            <a:r>
              <a:rPr lang="en-GB" dirty="0"/>
              <a:t>Research Credit Project - Zeroth Review</a:t>
            </a:r>
          </a:p>
        </p:txBody>
      </p:sp>
      <p:sp>
        <p:nvSpPr>
          <p:cNvPr id="5" name="Slide Number Placeholder 4">
            <a:extLst>
              <a:ext uri="{FF2B5EF4-FFF2-40B4-BE49-F238E27FC236}">
                <a16:creationId xmlns:a16="http://schemas.microsoft.com/office/drawing/2014/main" id="{986EC8F7-6050-1A49-1CAF-10E5CCA2627D}"/>
              </a:ext>
            </a:extLst>
          </p:cNvPr>
          <p:cNvSpPr>
            <a:spLocks noGrp="1"/>
          </p:cNvSpPr>
          <p:nvPr>
            <p:ph type="sldNum" sz="quarter" idx="12"/>
          </p:nvPr>
        </p:nvSpPr>
        <p:spPr/>
        <p:txBody>
          <a:bodyPr/>
          <a:lstStyle/>
          <a:p>
            <a:fld id="{7CAC582C-34A3-47E8-9F28-5E4BAA2AE2BF}" type="slidenum">
              <a:rPr lang="en-GB" smtClean="0"/>
              <a:t>‹#›</a:t>
            </a:fld>
            <a:endParaRPr lang="en-GB"/>
          </a:p>
        </p:txBody>
      </p:sp>
    </p:spTree>
    <p:extLst>
      <p:ext uri="{BB962C8B-B14F-4D97-AF65-F5344CB8AC3E}">
        <p14:creationId xmlns:p14="http://schemas.microsoft.com/office/powerpoint/2010/main" val="29661850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44730A-9027-8583-B35E-B788BB40518C}"/>
              </a:ext>
            </a:extLst>
          </p:cNvPr>
          <p:cNvSpPr>
            <a:spLocks noGrp="1"/>
          </p:cNvSpPr>
          <p:nvPr>
            <p:ph type="dt" sz="half" idx="10"/>
          </p:nvPr>
        </p:nvSpPr>
        <p:spPr/>
        <p:txBody>
          <a:bodyPr/>
          <a:lstStyle/>
          <a:p>
            <a:fld id="{12A418C5-DA42-4FE5-BF95-F60A59889066}" type="datetime5">
              <a:rPr lang="en-GB" smtClean="0"/>
              <a:t>2-May-26</a:t>
            </a:fld>
            <a:endParaRPr lang="en-GB"/>
          </a:p>
        </p:txBody>
      </p:sp>
      <p:sp>
        <p:nvSpPr>
          <p:cNvPr id="3" name="Footer Placeholder 2">
            <a:extLst>
              <a:ext uri="{FF2B5EF4-FFF2-40B4-BE49-F238E27FC236}">
                <a16:creationId xmlns:a16="http://schemas.microsoft.com/office/drawing/2014/main" id="{58369A71-64E8-710E-082D-79D46AADDF2B}"/>
              </a:ext>
            </a:extLst>
          </p:cNvPr>
          <p:cNvSpPr>
            <a:spLocks noGrp="1"/>
          </p:cNvSpPr>
          <p:nvPr>
            <p:ph type="ftr" sz="quarter" idx="11"/>
          </p:nvPr>
        </p:nvSpPr>
        <p:spPr/>
        <p:txBody>
          <a:bodyPr/>
          <a:lstStyle/>
          <a:p>
            <a:r>
              <a:rPr lang="en-GB" dirty="0"/>
              <a:t>Research Credit Project - Zeroth Review</a:t>
            </a:r>
          </a:p>
        </p:txBody>
      </p:sp>
      <p:sp>
        <p:nvSpPr>
          <p:cNvPr id="4" name="Slide Number Placeholder 3">
            <a:extLst>
              <a:ext uri="{FF2B5EF4-FFF2-40B4-BE49-F238E27FC236}">
                <a16:creationId xmlns:a16="http://schemas.microsoft.com/office/drawing/2014/main" id="{4B63981D-4F53-850A-DA58-894A8C32F9AB}"/>
              </a:ext>
            </a:extLst>
          </p:cNvPr>
          <p:cNvSpPr>
            <a:spLocks noGrp="1"/>
          </p:cNvSpPr>
          <p:nvPr>
            <p:ph type="sldNum" sz="quarter" idx="12"/>
          </p:nvPr>
        </p:nvSpPr>
        <p:spPr/>
        <p:txBody>
          <a:bodyPr/>
          <a:lstStyle/>
          <a:p>
            <a:fld id="{7CAC582C-34A3-47E8-9F28-5E4BAA2AE2BF}" type="slidenum">
              <a:rPr lang="en-GB" smtClean="0"/>
              <a:t>‹#›</a:t>
            </a:fld>
            <a:endParaRPr lang="en-GB"/>
          </a:p>
        </p:txBody>
      </p:sp>
    </p:spTree>
    <p:extLst>
      <p:ext uri="{BB962C8B-B14F-4D97-AF65-F5344CB8AC3E}">
        <p14:creationId xmlns:p14="http://schemas.microsoft.com/office/powerpoint/2010/main" val="40342054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CEEAD-0ACC-100F-A0AF-328F9F0B920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CD9D30FD-2E4A-8447-C687-FA020E98C52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4DB5916B-64A5-1D4D-F036-4FBE7CC336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A6C84C7-EF2F-55D0-0F90-DD24A952C4C2}"/>
              </a:ext>
            </a:extLst>
          </p:cNvPr>
          <p:cNvSpPr>
            <a:spLocks noGrp="1"/>
          </p:cNvSpPr>
          <p:nvPr>
            <p:ph type="dt" sz="half" idx="10"/>
          </p:nvPr>
        </p:nvSpPr>
        <p:spPr/>
        <p:txBody>
          <a:bodyPr/>
          <a:lstStyle/>
          <a:p>
            <a:fld id="{95E1824E-D0FC-42D0-9F05-4D3431DB720B}" type="datetime5">
              <a:rPr lang="en-GB" smtClean="0"/>
              <a:t>2-May-26</a:t>
            </a:fld>
            <a:endParaRPr lang="en-GB"/>
          </a:p>
        </p:txBody>
      </p:sp>
      <p:sp>
        <p:nvSpPr>
          <p:cNvPr id="6" name="Footer Placeholder 5">
            <a:extLst>
              <a:ext uri="{FF2B5EF4-FFF2-40B4-BE49-F238E27FC236}">
                <a16:creationId xmlns:a16="http://schemas.microsoft.com/office/drawing/2014/main" id="{95EC61E6-E31B-2E17-9AAE-2AAE0D80E3E9}"/>
              </a:ext>
            </a:extLst>
          </p:cNvPr>
          <p:cNvSpPr>
            <a:spLocks noGrp="1"/>
          </p:cNvSpPr>
          <p:nvPr>
            <p:ph type="ftr" sz="quarter" idx="11"/>
          </p:nvPr>
        </p:nvSpPr>
        <p:spPr/>
        <p:txBody>
          <a:bodyPr/>
          <a:lstStyle/>
          <a:p>
            <a:r>
              <a:rPr lang="en-GB" dirty="0"/>
              <a:t>Research Credit Project - Zeroth Review</a:t>
            </a:r>
          </a:p>
        </p:txBody>
      </p:sp>
      <p:sp>
        <p:nvSpPr>
          <p:cNvPr id="7" name="Slide Number Placeholder 6">
            <a:extLst>
              <a:ext uri="{FF2B5EF4-FFF2-40B4-BE49-F238E27FC236}">
                <a16:creationId xmlns:a16="http://schemas.microsoft.com/office/drawing/2014/main" id="{D383BFC9-1AF7-23B2-3332-3F86BC9609D3}"/>
              </a:ext>
            </a:extLst>
          </p:cNvPr>
          <p:cNvSpPr>
            <a:spLocks noGrp="1"/>
          </p:cNvSpPr>
          <p:nvPr>
            <p:ph type="sldNum" sz="quarter" idx="12"/>
          </p:nvPr>
        </p:nvSpPr>
        <p:spPr/>
        <p:txBody>
          <a:bodyPr/>
          <a:lstStyle/>
          <a:p>
            <a:fld id="{7CAC582C-34A3-47E8-9F28-5E4BAA2AE2BF}" type="slidenum">
              <a:rPr lang="en-GB" smtClean="0"/>
              <a:t>‹#›</a:t>
            </a:fld>
            <a:endParaRPr lang="en-GB"/>
          </a:p>
        </p:txBody>
      </p:sp>
    </p:spTree>
    <p:extLst>
      <p:ext uri="{BB962C8B-B14F-4D97-AF65-F5344CB8AC3E}">
        <p14:creationId xmlns:p14="http://schemas.microsoft.com/office/powerpoint/2010/main" val="14373365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0B1B4-6DCB-6147-C641-0DEA3557255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6FE68C97-BC77-D2DB-90F1-AD72E662B9B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BCB7AF2E-2B6F-6F4F-C8E9-848FF87EF7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5C1564-5405-A171-67BF-52D5E21084A3}"/>
              </a:ext>
            </a:extLst>
          </p:cNvPr>
          <p:cNvSpPr>
            <a:spLocks noGrp="1"/>
          </p:cNvSpPr>
          <p:nvPr>
            <p:ph type="dt" sz="half" idx="10"/>
          </p:nvPr>
        </p:nvSpPr>
        <p:spPr/>
        <p:txBody>
          <a:bodyPr/>
          <a:lstStyle/>
          <a:p>
            <a:fld id="{AFCFD38F-C298-4277-BA81-BF0564574020}" type="datetime5">
              <a:rPr lang="en-GB" smtClean="0"/>
              <a:t>2-May-26</a:t>
            </a:fld>
            <a:endParaRPr lang="en-GB"/>
          </a:p>
        </p:txBody>
      </p:sp>
      <p:sp>
        <p:nvSpPr>
          <p:cNvPr id="6" name="Footer Placeholder 5">
            <a:extLst>
              <a:ext uri="{FF2B5EF4-FFF2-40B4-BE49-F238E27FC236}">
                <a16:creationId xmlns:a16="http://schemas.microsoft.com/office/drawing/2014/main" id="{BF5DEBAF-02F7-23A0-684D-790AA69B4CB4}"/>
              </a:ext>
            </a:extLst>
          </p:cNvPr>
          <p:cNvSpPr>
            <a:spLocks noGrp="1"/>
          </p:cNvSpPr>
          <p:nvPr>
            <p:ph type="ftr" sz="quarter" idx="11"/>
          </p:nvPr>
        </p:nvSpPr>
        <p:spPr/>
        <p:txBody>
          <a:bodyPr/>
          <a:lstStyle/>
          <a:p>
            <a:r>
              <a:rPr lang="en-GB" dirty="0"/>
              <a:t>Research Credit Project - Zeroth Review</a:t>
            </a:r>
          </a:p>
        </p:txBody>
      </p:sp>
      <p:sp>
        <p:nvSpPr>
          <p:cNvPr id="7" name="Slide Number Placeholder 6">
            <a:extLst>
              <a:ext uri="{FF2B5EF4-FFF2-40B4-BE49-F238E27FC236}">
                <a16:creationId xmlns:a16="http://schemas.microsoft.com/office/drawing/2014/main" id="{F154A88D-F3A8-B41A-63BB-B3CB00B2E2E0}"/>
              </a:ext>
            </a:extLst>
          </p:cNvPr>
          <p:cNvSpPr>
            <a:spLocks noGrp="1"/>
          </p:cNvSpPr>
          <p:nvPr>
            <p:ph type="sldNum" sz="quarter" idx="12"/>
          </p:nvPr>
        </p:nvSpPr>
        <p:spPr/>
        <p:txBody>
          <a:bodyPr/>
          <a:lstStyle/>
          <a:p>
            <a:fld id="{7CAC582C-34A3-47E8-9F28-5E4BAA2AE2BF}" type="slidenum">
              <a:rPr lang="en-GB" smtClean="0"/>
              <a:t>‹#›</a:t>
            </a:fld>
            <a:endParaRPr lang="en-GB"/>
          </a:p>
        </p:txBody>
      </p:sp>
    </p:spTree>
    <p:extLst>
      <p:ext uri="{BB962C8B-B14F-4D97-AF65-F5344CB8AC3E}">
        <p14:creationId xmlns:p14="http://schemas.microsoft.com/office/powerpoint/2010/main" val="41835823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91EEFF-34B9-7CE6-D487-1E237446CC8D}"/>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458B9835-0410-9C87-02A5-C950AAFD68F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B9CCADD-A693-4E83-CDEF-D703A1B7FD90}"/>
              </a:ext>
            </a:extLst>
          </p:cNvPr>
          <p:cNvSpPr>
            <a:spLocks noGrp="1"/>
          </p:cNvSpPr>
          <p:nvPr>
            <p:ph type="dt" sz="half" idx="10"/>
          </p:nvPr>
        </p:nvSpPr>
        <p:spPr/>
        <p:txBody>
          <a:bodyPr/>
          <a:lstStyle/>
          <a:p>
            <a:fld id="{E8CA3058-6F25-433B-A500-F6F90F3B8D98}" type="datetime5">
              <a:rPr lang="en-GB" smtClean="0"/>
              <a:t>2-May-26</a:t>
            </a:fld>
            <a:endParaRPr lang="en-GB"/>
          </a:p>
        </p:txBody>
      </p:sp>
      <p:sp>
        <p:nvSpPr>
          <p:cNvPr id="5" name="Footer Placeholder 4">
            <a:extLst>
              <a:ext uri="{FF2B5EF4-FFF2-40B4-BE49-F238E27FC236}">
                <a16:creationId xmlns:a16="http://schemas.microsoft.com/office/drawing/2014/main" id="{71EE4562-2D03-3747-C10E-E5E409622322}"/>
              </a:ext>
            </a:extLst>
          </p:cNvPr>
          <p:cNvSpPr>
            <a:spLocks noGrp="1"/>
          </p:cNvSpPr>
          <p:nvPr>
            <p:ph type="ftr" sz="quarter" idx="11"/>
          </p:nvPr>
        </p:nvSpPr>
        <p:spPr/>
        <p:txBody>
          <a:bodyPr/>
          <a:lstStyle/>
          <a:p>
            <a:r>
              <a:rPr lang="en-GB" dirty="0"/>
              <a:t>Research Credit Project - Zeroth Review</a:t>
            </a:r>
          </a:p>
        </p:txBody>
      </p:sp>
      <p:sp>
        <p:nvSpPr>
          <p:cNvPr id="6" name="Slide Number Placeholder 5">
            <a:extLst>
              <a:ext uri="{FF2B5EF4-FFF2-40B4-BE49-F238E27FC236}">
                <a16:creationId xmlns:a16="http://schemas.microsoft.com/office/drawing/2014/main" id="{F0179613-5402-CA20-6201-B4977CE6663E}"/>
              </a:ext>
            </a:extLst>
          </p:cNvPr>
          <p:cNvSpPr>
            <a:spLocks noGrp="1"/>
          </p:cNvSpPr>
          <p:nvPr>
            <p:ph type="sldNum" sz="quarter" idx="12"/>
          </p:nvPr>
        </p:nvSpPr>
        <p:spPr/>
        <p:txBody>
          <a:bodyPr/>
          <a:lstStyle/>
          <a:p>
            <a:fld id="{7CAC582C-34A3-47E8-9F28-5E4BAA2AE2BF}" type="slidenum">
              <a:rPr lang="en-GB" smtClean="0"/>
              <a:t>‹#›</a:t>
            </a:fld>
            <a:endParaRPr lang="en-GB"/>
          </a:p>
        </p:txBody>
      </p:sp>
    </p:spTree>
    <p:extLst>
      <p:ext uri="{BB962C8B-B14F-4D97-AF65-F5344CB8AC3E}">
        <p14:creationId xmlns:p14="http://schemas.microsoft.com/office/powerpoint/2010/main" val="36829090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F87BB4E-9070-CFF0-C5B8-EF623AE5323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C71491B-C58C-37E5-BEEC-EEE2E532251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931B4D2-F6AB-B21D-A9DC-5BBBB42D10DA}"/>
              </a:ext>
            </a:extLst>
          </p:cNvPr>
          <p:cNvSpPr>
            <a:spLocks noGrp="1"/>
          </p:cNvSpPr>
          <p:nvPr>
            <p:ph type="dt" sz="half" idx="10"/>
          </p:nvPr>
        </p:nvSpPr>
        <p:spPr/>
        <p:txBody>
          <a:bodyPr/>
          <a:lstStyle/>
          <a:p>
            <a:fld id="{66BCFE64-FC9E-4D01-A34B-F98868B1E9AF}" type="datetime5">
              <a:rPr lang="en-GB" smtClean="0"/>
              <a:t>2-May-26</a:t>
            </a:fld>
            <a:endParaRPr lang="en-GB"/>
          </a:p>
        </p:txBody>
      </p:sp>
      <p:sp>
        <p:nvSpPr>
          <p:cNvPr id="5" name="Footer Placeholder 4">
            <a:extLst>
              <a:ext uri="{FF2B5EF4-FFF2-40B4-BE49-F238E27FC236}">
                <a16:creationId xmlns:a16="http://schemas.microsoft.com/office/drawing/2014/main" id="{ECA2773B-1EB8-2E70-D6D1-C19423DA5681}"/>
              </a:ext>
            </a:extLst>
          </p:cNvPr>
          <p:cNvSpPr>
            <a:spLocks noGrp="1"/>
          </p:cNvSpPr>
          <p:nvPr>
            <p:ph type="ftr" sz="quarter" idx="11"/>
          </p:nvPr>
        </p:nvSpPr>
        <p:spPr/>
        <p:txBody>
          <a:bodyPr/>
          <a:lstStyle/>
          <a:p>
            <a:r>
              <a:rPr lang="en-GB" dirty="0"/>
              <a:t>Research Credit Project - Zeroth Review</a:t>
            </a:r>
          </a:p>
        </p:txBody>
      </p:sp>
      <p:sp>
        <p:nvSpPr>
          <p:cNvPr id="6" name="Slide Number Placeholder 5">
            <a:extLst>
              <a:ext uri="{FF2B5EF4-FFF2-40B4-BE49-F238E27FC236}">
                <a16:creationId xmlns:a16="http://schemas.microsoft.com/office/drawing/2014/main" id="{90573510-B511-1FDC-C10B-78EA9E88512F}"/>
              </a:ext>
            </a:extLst>
          </p:cNvPr>
          <p:cNvSpPr>
            <a:spLocks noGrp="1"/>
          </p:cNvSpPr>
          <p:nvPr>
            <p:ph type="sldNum" sz="quarter" idx="12"/>
          </p:nvPr>
        </p:nvSpPr>
        <p:spPr/>
        <p:txBody>
          <a:bodyPr/>
          <a:lstStyle/>
          <a:p>
            <a:fld id="{7CAC582C-34A3-47E8-9F28-5E4BAA2AE2BF}" type="slidenum">
              <a:rPr lang="en-GB" smtClean="0"/>
              <a:t>‹#›</a:t>
            </a:fld>
            <a:endParaRPr lang="en-GB"/>
          </a:p>
        </p:txBody>
      </p:sp>
    </p:spTree>
    <p:extLst>
      <p:ext uri="{BB962C8B-B14F-4D97-AF65-F5344CB8AC3E}">
        <p14:creationId xmlns:p14="http://schemas.microsoft.com/office/powerpoint/2010/main" val="13384454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3D438F3-5833-1CDD-B039-4EE528519923}"/>
              </a:ext>
            </a:extLst>
          </p:cNvPr>
          <p:cNvSpPr/>
          <p:nvPr userDrawn="1"/>
        </p:nvSpPr>
        <p:spPr>
          <a:xfrm>
            <a:off x="0" y="6277708"/>
            <a:ext cx="12192000" cy="580292"/>
          </a:xfrm>
          <a:prstGeom prst="rect">
            <a:avLst/>
          </a:prstGeom>
          <a:solidFill>
            <a:schemeClr val="accent1">
              <a:lumMod val="50000"/>
            </a:schemeClr>
          </a:solidFill>
          <a:ln>
            <a:solidFill>
              <a:schemeClr val="accent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2" name="Title Placeholder 1">
            <a:extLst>
              <a:ext uri="{FF2B5EF4-FFF2-40B4-BE49-F238E27FC236}">
                <a16:creationId xmlns:a16="http://schemas.microsoft.com/office/drawing/2014/main" id="{FD064352-C484-0994-9A07-BD3607442360}"/>
              </a:ext>
            </a:extLst>
          </p:cNvPr>
          <p:cNvSpPr>
            <a:spLocks noGrp="1"/>
          </p:cNvSpPr>
          <p:nvPr>
            <p:ph type="title"/>
          </p:nvPr>
        </p:nvSpPr>
        <p:spPr>
          <a:xfrm>
            <a:off x="3630679" y="-12943"/>
            <a:ext cx="8561322" cy="1111185"/>
          </a:xfrm>
          <a:prstGeom prst="rect">
            <a:avLst/>
          </a:prstGeom>
        </p:spPr>
        <p:txBody>
          <a:bodyPr vert="horz" lIns="91440" tIns="45720" rIns="91440" bIns="45720" rtlCol="0" anchor="ctr">
            <a:norm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F99EB5FE-A6C6-B5AE-DABD-6122DE565FAB}"/>
              </a:ext>
            </a:extLst>
          </p:cNvPr>
          <p:cNvSpPr>
            <a:spLocks noGrp="1"/>
          </p:cNvSpPr>
          <p:nvPr>
            <p:ph type="body" idx="1"/>
          </p:nvPr>
        </p:nvSpPr>
        <p:spPr>
          <a:xfrm>
            <a:off x="747347" y="1512278"/>
            <a:ext cx="10752992" cy="446649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EA6461D7-5A55-6A32-B527-E09E08E857CA}"/>
              </a:ext>
            </a:extLst>
          </p:cNvPr>
          <p:cNvSpPr>
            <a:spLocks noGrp="1"/>
          </p:cNvSpPr>
          <p:nvPr>
            <p:ph type="dt" sz="half" idx="2"/>
          </p:nvPr>
        </p:nvSpPr>
        <p:spPr>
          <a:xfrm>
            <a:off x="250513" y="6391028"/>
            <a:ext cx="2743200" cy="365125"/>
          </a:xfrm>
          <a:prstGeom prst="rect">
            <a:avLst/>
          </a:prstGeom>
        </p:spPr>
        <p:txBody>
          <a:bodyPr vert="horz" lIns="91440" tIns="45720" rIns="91440" bIns="45720" rtlCol="0" anchor="ctr"/>
          <a:lstStyle>
            <a:lvl1pPr algn="l">
              <a:defRPr sz="1400">
                <a:solidFill>
                  <a:schemeClr val="bg1"/>
                </a:solidFill>
              </a:defRPr>
            </a:lvl1pPr>
          </a:lstStyle>
          <a:p>
            <a:fld id="{5987BB63-7B7D-4D10-AF58-8A70C9581D90}" type="datetime5">
              <a:rPr lang="en-GB" smtClean="0"/>
              <a:t>2-May-26</a:t>
            </a:fld>
            <a:endParaRPr lang="en-GB" dirty="0"/>
          </a:p>
        </p:txBody>
      </p:sp>
      <p:sp>
        <p:nvSpPr>
          <p:cNvPr id="5" name="Footer Placeholder 4">
            <a:extLst>
              <a:ext uri="{FF2B5EF4-FFF2-40B4-BE49-F238E27FC236}">
                <a16:creationId xmlns:a16="http://schemas.microsoft.com/office/drawing/2014/main" id="{87DCFD9F-B201-0EC9-D99A-FA044A14904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400">
                <a:solidFill>
                  <a:schemeClr val="bg1"/>
                </a:solidFill>
                <a:latin typeface="Times New Roman" panose="02020603050405020304" pitchFamily="18" charset="0"/>
                <a:cs typeface="Times New Roman" panose="02020603050405020304" pitchFamily="18" charset="0"/>
              </a:defRPr>
            </a:lvl1pPr>
          </a:lstStyle>
          <a:p>
            <a:r>
              <a:rPr lang="en-GB" dirty="0"/>
              <a:t>Research Credit Project - Zeroth Review</a:t>
            </a:r>
          </a:p>
        </p:txBody>
      </p:sp>
      <p:sp>
        <p:nvSpPr>
          <p:cNvPr id="6" name="Slide Number Placeholder 5">
            <a:extLst>
              <a:ext uri="{FF2B5EF4-FFF2-40B4-BE49-F238E27FC236}">
                <a16:creationId xmlns:a16="http://schemas.microsoft.com/office/drawing/2014/main" id="{89F7C63D-0116-1FE4-D7B9-A4E958BC1C4C}"/>
              </a:ext>
            </a:extLst>
          </p:cNvPr>
          <p:cNvSpPr>
            <a:spLocks noGrp="1"/>
          </p:cNvSpPr>
          <p:nvPr>
            <p:ph type="sldNum" sz="quarter" idx="4"/>
          </p:nvPr>
        </p:nvSpPr>
        <p:spPr>
          <a:xfrm>
            <a:off x="9129351" y="6385291"/>
            <a:ext cx="2743200" cy="365125"/>
          </a:xfrm>
          <a:prstGeom prst="rect">
            <a:avLst/>
          </a:prstGeom>
        </p:spPr>
        <p:txBody>
          <a:bodyPr vert="horz" lIns="91440" tIns="45720" rIns="91440" bIns="45720" rtlCol="0" anchor="ctr"/>
          <a:lstStyle>
            <a:lvl1pPr algn="r">
              <a:defRPr sz="1400">
                <a:solidFill>
                  <a:schemeClr val="bg1"/>
                </a:solidFill>
              </a:defRPr>
            </a:lvl1pPr>
          </a:lstStyle>
          <a:p>
            <a:fld id="{7CAC582C-34A3-47E8-9F28-5E4BAA2AE2BF}" type="slidenum">
              <a:rPr lang="en-GB" smtClean="0"/>
              <a:pPr/>
              <a:t>‹#›</a:t>
            </a:fld>
            <a:endParaRPr lang="en-GB" dirty="0"/>
          </a:p>
        </p:txBody>
      </p:sp>
      <p:sp>
        <p:nvSpPr>
          <p:cNvPr id="10" name="Rectangle 9">
            <a:extLst>
              <a:ext uri="{FF2B5EF4-FFF2-40B4-BE49-F238E27FC236}">
                <a16:creationId xmlns:a16="http://schemas.microsoft.com/office/drawing/2014/main" id="{6EFEA116-B681-4A5F-05CB-108211EDE798}"/>
              </a:ext>
            </a:extLst>
          </p:cNvPr>
          <p:cNvSpPr/>
          <p:nvPr userDrawn="1"/>
        </p:nvSpPr>
        <p:spPr>
          <a:xfrm>
            <a:off x="0" y="1098242"/>
            <a:ext cx="12192000" cy="126940"/>
          </a:xfrm>
          <a:prstGeom prst="rect">
            <a:avLst/>
          </a:prstGeom>
          <a:solidFill>
            <a:schemeClr val="accent1">
              <a:lumMod val="50000"/>
            </a:schemeClr>
          </a:solidFill>
          <a:ln>
            <a:solidFill>
              <a:schemeClr val="accent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pic>
        <p:nvPicPr>
          <p:cNvPr id="11" name="Picture 10">
            <a:extLst>
              <a:ext uri="{FF2B5EF4-FFF2-40B4-BE49-F238E27FC236}">
                <a16:creationId xmlns:a16="http://schemas.microsoft.com/office/drawing/2014/main" id="{990CA22C-7591-A0CF-4868-7F177A350F23}"/>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95624" y="12149"/>
            <a:ext cx="3439432" cy="1086093"/>
          </a:xfrm>
          <a:prstGeom prst="rect">
            <a:avLst/>
          </a:prstGeom>
        </p:spPr>
      </p:pic>
    </p:spTree>
    <p:extLst>
      <p:ext uri="{BB962C8B-B14F-4D97-AF65-F5344CB8AC3E}">
        <p14:creationId xmlns:p14="http://schemas.microsoft.com/office/powerpoint/2010/main" val="2249912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lnSpc>
          <a:spcPct val="90000"/>
        </a:lnSpc>
        <a:spcBef>
          <a:spcPct val="0"/>
        </a:spcBef>
        <a:buNone/>
        <a:defRPr sz="3600" kern="1200">
          <a:solidFill>
            <a:schemeClr val="tx1"/>
          </a:solidFill>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link.springer.com/article/10.1007/s12008-023-01679-w#auth-M__R_-Rahul-Aff1"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ieeexplore.ieee.org/abstract/document/9812004" TargetMode="External"/><Relationship Id="rId2" Type="http://schemas.openxmlformats.org/officeDocument/2006/relationships/hyperlink" Target="https://www.sciencedirect.com/science/article/pii/S187705092400118" TargetMode="External"/><Relationship Id="rId1" Type="http://schemas.openxmlformats.org/officeDocument/2006/relationships/slideLayout" Target="../slideLayouts/slideLayout2.xml"/><Relationship Id="rId4" Type="http://schemas.openxmlformats.org/officeDocument/2006/relationships/hyperlink" Target="https://arxiv.org/html/2403.13090v1"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73FDD4-3FBA-B1A9-FD16-EBBBBF5AA181}"/>
              </a:ext>
            </a:extLst>
          </p:cNvPr>
          <p:cNvSpPr>
            <a:spLocks noGrp="1"/>
          </p:cNvSpPr>
          <p:nvPr>
            <p:ph type="ctrTitle"/>
          </p:nvPr>
        </p:nvSpPr>
        <p:spPr>
          <a:xfrm>
            <a:off x="1074199" y="1317674"/>
            <a:ext cx="10085032" cy="2326018"/>
          </a:xfrm>
        </p:spPr>
        <p:txBody>
          <a:bodyPr>
            <a:noAutofit/>
          </a:bodyPr>
          <a:lstStyle/>
          <a:p>
            <a:r>
              <a:rPr lang="en-GB" sz="4800" dirty="0"/>
              <a:t>PICK AND PLACE AUTOMATION USING DIGITAL TWIN-DRIVEN ROBOTIC COORDINATION</a:t>
            </a:r>
          </a:p>
        </p:txBody>
      </p:sp>
      <p:sp>
        <p:nvSpPr>
          <p:cNvPr id="3" name="Subtitle 2">
            <a:extLst>
              <a:ext uri="{FF2B5EF4-FFF2-40B4-BE49-F238E27FC236}">
                <a16:creationId xmlns:a16="http://schemas.microsoft.com/office/drawing/2014/main" id="{17A5D77E-8EA4-D11F-5680-77029E4AFCEA}"/>
              </a:ext>
            </a:extLst>
          </p:cNvPr>
          <p:cNvSpPr>
            <a:spLocks noGrp="1"/>
          </p:cNvSpPr>
          <p:nvPr>
            <p:ph type="subTitle" idx="1"/>
          </p:nvPr>
        </p:nvSpPr>
        <p:spPr>
          <a:xfrm>
            <a:off x="1074199" y="3637542"/>
            <a:ext cx="4740005" cy="2387599"/>
          </a:xfrm>
        </p:spPr>
        <p:txBody>
          <a:bodyPr>
            <a:normAutofit/>
          </a:bodyPr>
          <a:lstStyle/>
          <a:p>
            <a:endParaRPr lang="en-GB" dirty="0"/>
          </a:p>
          <a:p>
            <a:pPr algn="l"/>
            <a:r>
              <a:rPr lang="en-GB" b="1" dirty="0"/>
              <a:t>Presented By:</a:t>
            </a:r>
          </a:p>
          <a:p>
            <a:pPr algn="l"/>
            <a:r>
              <a:rPr lang="en-GB" dirty="0"/>
              <a:t>K.LOGAVARSHINI</a:t>
            </a:r>
          </a:p>
          <a:p>
            <a:pPr algn="l"/>
            <a:r>
              <a:rPr lang="en-GB" dirty="0"/>
              <a:t>B.Tech-ROBOTICS AND ARTIFICIAL INTELLIGENCE</a:t>
            </a:r>
          </a:p>
        </p:txBody>
      </p:sp>
      <p:sp>
        <p:nvSpPr>
          <p:cNvPr id="4" name="Date Placeholder 3">
            <a:extLst>
              <a:ext uri="{FF2B5EF4-FFF2-40B4-BE49-F238E27FC236}">
                <a16:creationId xmlns:a16="http://schemas.microsoft.com/office/drawing/2014/main" id="{CB2981B2-264A-F54E-3104-9151F71CA4AA}"/>
              </a:ext>
            </a:extLst>
          </p:cNvPr>
          <p:cNvSpPr>
            <a:spLocks noGrp="1"/>
          </p:cNvSpPr>
          <p:nvPr>
            <p:ph type="dt" sz="half" idx="10"/>
          </p:nvPr>
        </p:nvSpPr>
        <p:spPr/>
        <p:txBody>
          <a:bodyPr/>
          <a:lstStyle/>
          <a:p>
            <a:fld id="{5EC29828-D952-4ED7-9A65-2DEF38324C07}" type="datetime5">
              <a:rPr lang="en-GB" smtClean="0"/>
              <a:t>2-May-26</a:t>
            </a:fld>
            <a:endParaRPr lang="en-GB" dirty="0"/>
          </a:p>
        </p:txBody>
      </p:sp>
      <p:sp>
        <p:nvSpPr>
          <p:cNvPr id="5" name="Footer Placeholder 4">
            <a:extLst>
              <a:ext uri="{FF2B5EF4-FFF2-40B4-BE49-F238E27FC236}">
                <a16:creationId xmlns:a16="http://schemas.microsoft.com/office/drawing/2014/main" id="{5F79FE41-C15F-31B4-6465-824E48EBD99B}"/>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3BD8EF37-B5DE-94EA-F246-C46F1BEC5903}"/>
              </a:ext>
            </a:extLst>
          </p:cNvPr>
          <p:cNvSpPr>
            <a:spLocks noGrp="1"/>
          </p:cNvSpPr>
          <p:nvPr>
            <p:ph type="sldNum" sz="quarter" idx="12"/>
          </p:nvPr>
        </p:nvSpPr>
        <p:spPr/>
        <p:txBody>
          <a:bodyPr/>
          <a:lstStyle/>
          <a:p>
            <a:fld id="{7CAC582C-34A3-47E8-9F28-5E4BAA2AE2BF}" type="slidenum">
              <a:rPr lang="en-GB" smtClean="0"/>
              <a:t>1</a:t>
            </a:fld>
            <a:endParaRPr lang="en-GB"/>
          </a:p>
        </p:txBody>
      </p:sp>
      <p:sp>
        <p:nvSpPr>
          <p:cNvPr id="7" name="Subtitle 2">
            <a:extLst>
              <a:ext uri="{FF2B5EF4-FFF2-40B4-BE49-F238E27FC236}">
                <a16:creationId xmlns:a16="http://schemas.microsoft.com/office/drawing/2014/main" id="{3B10E891-38C7-286F-1BF3-771D9E12BC17}"/>
              </a:ext>
            </a:extLst>
          </p:cNvPr>
          <p:cNvSpPr txBox="1">
            <a:spLocks/>
          </p:cNvSpPr>
          <p:nvPr/>
        </p:nvSpPr>
        <p:spPr>
          <a:xfrm>
            <a:off x="6692283" y="3699123"/>
            <a:ext cx="4466947" cy="2326018"/>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GB" dirty="0"/>
          </a:p>
          <a:p>
            <a:pPr algn="l"/>
            <a:r>
              <a:rPr lang="en-GB" sz="2200" b="1" dirty="0"/>
              <a:t>Guided by:</a:t>
            </a:r>
          </a:p>
          <a:p>
            <a:pPr algn="l"/>
            <a:r>
              <a:rPr lang="en-GB" sz="2200" dirty="0"/>
              <a:t>Dr. B. Vijayabaskar</a:t>
            </a:r>
          </a:p>
          <a:p>
            <a:pPr algn="l"/>
            <a:r>
              <a:rPr lang="en-GB" sz="2200" dirty="0"/>
              <a:t>School of Electrical and Electronics Engineering</a:t>
            </a:r>
          </a:p>
          <a:p>
            <a:pPr algn="l"/>
            <a:r>
              <a:rPr lang="en-GB" sz="2200" dirty="0"/>
              <a:t>SASTRA Deemed University</a:t>
            </a:r>
          </a:p>
        </p:txBody>
      </p:sp>
    </p:spTree>
    <p:extLst>
      <p:ext uri="{BB962C8B-B14F-4D97-AF65-F5344CB8AC3E}">
        <p14:creationId xmlns:p14="http://schemas.microsoft.com/office/powerpoint/2010/main" val="2376488189"/>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CC6554-2B1D-8099-9215-B50702A87BE5}"/>
              </a:ext>
            </a:extLst>
          </p:cNvPr>
          <p:cNvSpPr>
            <a:spLocks noGrp="1"/>
          </p:cNvSpPr>
          <p:nvPr>
            <p:ph type="title"/>
          </p:nvPr>
        </p:nvSpPr>
        <p:spPr/>
        <p:txBody>
          <a:bodyPr/>
          <a:lstStyle/>
          <a:p>
            <a:r>
              <a:rPr lang="en-IN" i="1" dirty="0"/>
              <a:t>INTRODUCTION</a:t>
            </a:r>
          </a:p>
        </p:txBody>
      </p:sp>
      <p:sp>
        <p:nvSpPr>
          <p:cNvPr id="3" name="Date Placeholder 2">
            <a:extLst>
              <a:ext uri="{FF2B5EF4-FFF2-40B4-BE49-F238E27FC236}">
                <a16:creationId xmlns:a16="http://schemas.microsoft.com/office/drawing/2014/main" id="{F919A1A8-73C0-CD68-1734-AF5F58AEEA55}"/>
              </a:ext>
            </a:extLst>
          </p:cNvPr>
          <p:cNvSpPr>
            <a:spLocks noGrp="1"/>
          </p:cNvSpPr>
          <p:nvPr>
            <p:ph type="dt" sz="half" idx="10"/>
          </p:nvPr>
        </p:nvSpPr>
        <p:spPr/>
        <p:txBody>
          <a:bodyPr/>
          <a:lstStyle/>
          <a:p>
            <a:fld id="{ADB91FD2-63F5-49BE-9AAC-E62EE1BD8AB6}" type="datetime5">
              <a:rPr lang="en-GB" smtClean="0"/>
              <a:t>2-May-26</a:t>
            </a:fld>
            <a:endParaRPr lang="en-GB"/>
          </a:p>
        </p:txBody>
      </p:sp>
      <p:sp>
        <p:nvSpPr>
          <p:cNvPr id="5" name="Slide Number Placeholder 4">
            <a:extLst>
              <a:ext uri="{FF2B5EF4-FFF2-40B4-BE49-F238E27FC236}">
                <a16:creationId xmlns:a16="http://schemas.microsoft.com/office/drawing/2014/main" id="{ED6F8603-9B3D-B56E-AC5E-5270482E9849}"/>
              </a:ext>
            </a:extLst>
          </p:cNvPr>
          <p:cNvSpPr>
            <a:spLocks noGrp="1"/>
          </p:cNvSpPr>
          <p:nvPr>
            <p:ph type="sldNum" sz="quarter" idx="12"/>
          </p:nvPr>
        </p:nvSpPr>
        <p:spPr/>
        <p:txBody>
          <a:bodyPr/>
          <a:lstStyle/>
          <a:p>
            <a:fld id="{7CAC582C-34A3-47E8-9F28-5E4BAA2AE2BF}" type="slidenum">
              <a:rPr lang="en-GB" smtClean="0"/>
              <a:t>2</a:t>
            </a:fld>
            <a:endParaRPr lang="en-GB"/>
          </a:p>
        </p:txBody>
      </p:sp>
      <p:sp>
        <p:nvSpPr>
          <p:cNvPr id="6" name="TextBox 5">
            <a:extLst>
              <a:ext uri="{FF2B5EF4-FFF2-40B4-BE49-F238E27FC236}">
                <a16:creationId xmlns:a16="http://schemas.microsoft.com/office/drawing/2014/main" id="{91AF197F-88B7-B38E-1F89-A9F8CE36053A}"/>
              </a:ext>
            </a:extLst>
          </p:cNvPr>
          <p:cNvSpPr txBox="1"/>
          <p:nvPr/>
        </p:nvSpPr>
        <p:spPr>
          <a:xfrm>
            <a:off x="250513" y="1389529"/>
            <a:ext cx="11622038" cy="4308872"/>
          </a:xfrm>
          <a:prstGeom prst="rect">
            <a:avLst/>
          </a:prstGeom>
          <a:noFill/>
        </p:spPr>
        <p:txBody>
          <a:bodyPr wrap="square" rtlCol="0">
            <a:spAutoFit/>
          </a:bodyPr>
          <a:lstStyle/>
          <a:p>
            <a:pPr marL="285750" indent="-285750">
              <a:buFont typeface="Arial" panose="020B0604020202020204" pitchFamily="34" charset="0"/>
              <a:buChar char="•"/>
            </a:pPr>
            <a:r>
              <a:rPr lang="en-US" sz="3200" b="0" i="0" dirty="0">
                <a:solidFill>
                  <a:srgbClr val="222222"/>
                </a:solidFill>
                <a:effectLst/>
                <a:latin typeface="Arial" panose="020B0604020202020204" pitchFamily="34" charset="0"/>
              </a:rPr>
              <a:t>A digital twin describes the virtual representation of a real process.</a:t>
            </a:r>
          </a:p>
          <a:p>
            <a:endParaRPr lang="en-US" sz="3200" b="0" i="0" dirty="0">
              <a:solidFill>
                <a:srgbClr val="222222"/>
              </a:solidFill>
              <a:effectLst/>
              <a:latin typeface="Arial" panose="020B0604020202020204" pitchFamily="34" charset="0"/>
            </a:endParaRPr>
          </a:p>
          <a:p>
            <a:pPr marL="285750" indent="-285750">
              <a:buFont typeface="Arial" panose="020B0604020202020204" pitchFamily="34" charset="0"/>
              <a:buChar char="•"/>
            </a:pPr>
            <a:r>
              <a:rPr lang="en-US" sz="3200" b="0" i="0" dirty="0">
                <a:solidFill>
                  <a:srgbClr val="222222"/>
                </a:solidFill>
                <a:effectLst/>
                <a:latin typeface="Arial" panose="020B0604020202020204" pitchFamily="34" charset="0"/>
              </a:rPr>
              <a:t> This twin is constantly updated with real data and can thus control and adapt the real model. </a:t>
            </a:r>
          </a:p>
          <a:p>
            <a:pPr marL="285750" indent="-285750">
              <a:buFont typeface="Arial" panose="020B0604020202020204" pitchFamily="34" charset="0"/>
              <a:buChar char="•"/>
            </a:pPr>
            <a:endParaRPr lang="en-US" sz="3200" dirty="0">
              <a:solidFill>
                <a:srgbClr val="222222"/>
              </a:solidFill>
              <a:latin typeface="Arial" panose="020B0604020202020204" pitchFamily="34" charset="0"/>
            </a:endParaRPr>
          </a:p>
          <a:p>
            <a:pPr marL="285750" indent="-285750">
              <a:buFont typeface="Arial" panose="020B0604020202020204" pitchFamily="34" charset="0"/>
              <a:buChar char="•"/>
            </a:pPr>
            <a:r>
              <a:rPr lang="en-US" sz="3200" b="0" i="0" dirty="0">
                <a:solidFill>
                  <a:srgbClr val="222222"/>
                </a:solidFill>
                <a:effectLst/>
                <a:latin typeface="Arial" panose="020B0604020202020204" pitchFamily="34" charset="0"/>
              </a:rPr>
              <a:t>For optimal control and mapping of the environment a so-called digital twin can be used.</a:t>
            </a:r>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35518855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6C2E14-A516-A513-D7E9-95578940F7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0363CD-2B1E-F9CE-175B-EAD970E6B676}"/>
              </a:ext>
            </a:extLst>
          </p:cNvPr>
          <p:cNvSpPr>
            <a:spLocks noGrp="1"/>
          </p:cNvSpPr>
          <p:nvPr>
            <p:ph type="title"/>
          </p:nvPr>
        </p:nvSpPr>
        <p:spPr/>
        <p:txBody>
          <a:bodyPr/>
          <a:lstStyle/>
          <a:p>
            <a:r>
              <a:rPr lang="en-IN" i="1" dirty="0"/>
              <a:t>INTRODUCTION</a:t>
            </a:r>
          </a:p>
        </p:txBody>
      </p:sp>
      <p:sp>
        <p:nvSpPr>
          <p:cNvPr id="3" name="Date Placeholder 2">
            <a:extLst>
              <a:ext uri="{FF2B5EF4-FFF2-40B4-BE49-F238E27FC236}">
                <a16:creationId xmlns:a16="http://schemas.microsoft.com/office/drawing/2014/main" id="{28EE67BF-8FB1-80A5-9929-D3C94675E086}"/>
              </a:ext>
            </a:extLst>
          </p:cNvPr>
          <p:cNvSpPr>
            <a:spLocks noGrp="1"/>
          </p:cNvSpPr>
          <p:nvPr>
            <p:ph type="dt" sz="half" idx="10"/>
          </p:nvPr>
        </p:nvSpPr>
        <p:spPr/>
        <p:txBody>
          <a:bodyPr/>
          <a:lstStyle/>
          <a:p>
            <a:fld id="{ADB91FD2-63F5-49BE-9AAC-E62EE1BD8AB6}" type="datetime5">
              <a:rPr lang="en-GB" smtClean="0"/>
              <a:t>2-May-26</a:t>
            </a:fld>
            <a:endParaRPr lang="en-GB"/>
          </a:p>
        </p:txBody>
      </p:sp>
      <p:sp>
        <p:nvSpPr>
          <p:cNvPr id="5" name="Slide Number Placeholder 4">
            <a:extLst>
              <a:ext uri="{FF2B5EF4-FFF2-40B4-BE49-F238E27FC236}">
                <a16:creationId xmlns:a16="http://schemas.microsoft.com/office/drawing/2014/main" id="{9C5F52DD-46BF-EBE4-01B8-BFF3D73C6451}"/>
              </a:ext>
            </a:extLst>
          </p:cNvPr>
          <p:cNvSpPr>
            <a:spLocks noGrp="1"/>
          </p:cNvSpPr>
          <p:nvPr>
            <p:ph type="sldNum" sz="quarter" idx="12"/>
          </p:nvPr>
        </p:nvSpPr>
        <p:spPr/>
        <p:txBody>
          <a:bodyPr/>
          <a:lstStyle/>
          <a:p>
            <a:fld id="{7CAC582C-34A3-47E8-9F28-5E4BAA2AE2BF}" type="slidenum">
              <a:rPr lang="en-GB" smtClean="0"/>
              <a:t>3</a:t>
            </a:fld>
            <a:endParaRPr lang="en-GB"/>
          </a:p>
        </p:txBody>
      </p:sp>
      <p:sp>
        <p:nvSpPr>
          <p:cNvPr id="7" name="TextBox 6">
            <a:extLst>
              <a:ext uri="{FF2B5EF4-FFF2-40B4-BE49-F238E27FC236}">
                <a16:creationId xmlns:a16="http://schemas.microsoft.com/office/drawing/2014/main" id="{2510DB2A-773C-2DB0-66E7-DA3D76D6B090}"/>
              </a:ext>
            </a:extLst>
          </p:cNvPr>
          <p:cNvSpPr txBox="1"/>
          <p:nvPr/>
        </p:nvSpPr>
        <p:spPr>
          <a:xfrm>
            <a:off x="448235" y="1532965"/>
            <a:ext cx="11424316" cy="4832092"/>
          </a:xfrm>
          <a:prstGeom prst="rect">
            <a:avLst/>
          </a:prstGeom>
          <a:noFill/>
        </p:spPr>
        <p:txBody>
          <a:bodyPr wrap="square">
            <a:spAutoFit/>
          </a:bodyPr>
          <a:lstStyle/>
          <a:p>
            <a:pPr marL="342900" indent="-342900">
              <a:buFont typeface="Arial" panose="020B0604020202020204" pitchFamily="34" charset="0"/>
              <a:buChar char="•"/>
            </a:pPr>
            <a:r>
              <a:rPr lang="en-US" sz="3200" dirty="0"/>
              <a:t>A pick and place robot arm is a type of industrial robot designed to automate repetitive tasks such as picking up objects from one location and placing them in another.</a:t>
            </a:r>
          </a:p>
          <a:p>
            <a:endParaRPr lang="en-US" sz="3200" dirty="0"/>
          </a:p>
          <a:p>
            <a:pPr marL="342900" indent="-342900">
              <a:buFont typeface="Arial" panose="020B0604020202020204" pitchFamily="34" charset="0"/>
              <a:buChar char="•"/>
            </a:pPr>
            <a:r>
              <a:rPr lang="en-US" sz="3200" dirty="0"/>
              <a:t>These robots are commonly used in manufacturing and production lines to improve efficiency, accuracy, and safety.</a:t>
            </a:r>
          </a:p>
          <a:p>
            <a:pPr marL="342900" indent="-342900">
              <a:buFont typeface="Arial" panose="020B0604020202020204" pitchFamily="34" charset="0"/>
              <a:buChar char="•"/>
            </a:pPr>
            <a:endParaRPr lang="en-US" sz="3200" dirty="0"/>
          </a:p>
          <a:p>
            <a:pPr marL="342900" indent="-342900">
              <a:buFont typeface="Arial" panose="020B0604020202020204" pitchFamily="34" charset="0"/>
              <a:buChar char="•"/>
            </a:pPr>
            <a:r>
              <a:rPr lang="en-US" sz="3200" b="0" i="0" dirty="0">
                <a:solidFill>
                  <a:srgbClr val="122F49"/>
                </a:solidFill>
                <a:effectLst/>
              </a:rPr>
              <a:t>The two main benefits of pick and place robots </a:t>
            </a:r>
          </a:p>
          <a:p>
            <a:r>
              <a:rPr lang="en-US" sz="3200" dirty="0">
                <a:solidFill>
                  <a:srgbClr val="122F49"/>
                </a:solidFill>
              </a:rPr>
              <a:t>     are speed and consistency.</a:t>
            </a:r>
            <a:r>
              <a:rPr lang="en-US" sz="3200" b="0" i="0" dirty="0">
                <a:solidFill>
                  <a:srgbClr val="122F49"/>
                </a:solidFill>
                <a:effectLst/>
              </a:rPr>
              <a:t> </a:t>
            </a:r>
            <a:endParaRPr lang="en-US" sz="3200" dirty="0"/>
          </a:p>
          <a:p>
            <a:pPr marL="342900" indent="-342900">
              <a:buFont typeface="Arial" panose="020B0604020202020204" pitchFamily="34" charset="0"/>
              <a:buChar char="•"/>
            </a:pPr>
            <a:endParaRPr lang="en-IN" sz="2000" dirty="0"/>
          </a:p>
        </p:txBody>
      </p:sp>
      <p:pic>
        <p:nvPicPr>
          <p:cNvPr id="9" name="Picture 8">
            <a:extLst>
              <a:ext uri="{FF2B5EF4-FFF2-40B4-BE49-F238E27FC236}">
                <a16:creationId xmlns:a16="http://schemas.microsoft.com/office/drawing/2014/main" id="{E51BF49F-3EF0-9A58-3243-6121C59B0133}"/>
              </a:ext>
            </a:extLst>
          </p:cNvPr>
          <p:cNvPicPr>
            <a:picLocks noChangeAspect="1"/>
          </p:cNvPicPr>
          <p:nvPr/>
        </p:nvPicPr>
        <p:blipFill>
          <a:blip r:embed="rId2"/>
          <a:stretch>
            <a:fillRect/>
          </a:stretch>
        </p:blipFill>
        <p:spPr>
          <a:xfrm>
            <a:off x="9433164" y="4419600"/>
            <a:ext cx="1969942" cy="1781596"/>
          </a:xfrm>
          <a:prstGeom prst="rect">
            <a:avLst/>
          </a:prstGeom>
        </p:spPr>
      </p:pic>
    </p:spTree>
    <p:extLst>
      <p:ext uri="{BB962C8B-B14F-4D97-AF65-F5344CB8AC3E}">
        <p14:creationId xmlns:p14="http://schemas.microsoft.com/office/powerpoint/2010/main" val="4774436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861DFE-4A55-6951-6049-B69C8FACA85C}"/>
              </a:ext>
            </a:extLst>
          </p:cNvPr>
          <p:cNvSpPr>
            <a:spLocks noGrp="1"/>
          </p:cNvSpPr>
          <p:nvPr>
            <p:ph type="title"/>
          </p:nvPr>
        </p:nvSpPr>
        <p:spPr/>
        <p:txBody>
          <a:bodyPr/>
          <a:lstStyle/>
          <a:p>
            <a:r>
              <a:rPr lang="en-IN" i="1" dirty="0"/>
              <a:t>OVERVIEW</a:t>
            </a:r>
          </a:p>
        </p:txBody>
      </p:sp>
      <p:sp>
        <p:nvSpPr>
          <p:cNvPr id="3" name="Content Placeholder 2">
            <a:extLst>
              <a:ext uri="{FF2B5EF4-FFF2-40B4-BE49-F238E27FC236}">
                <a16:creationId xmlns:a16="http://schemas.microsoft.com/office/drawing/2014/main" id="{9403787A-00ED-1FA6-6270-7ABE11A17966}"/>
              </a:ext>
            </a:extLst>
          </p:cNvPr>
          <p:cNvSpPr>
            <a:spLocks noGrp="1"/>
          </p:cNvSpPr>
          <p:nvPr>
            <p:ph idx="1"/>
          </p:nvPr>
        </p:nvSpPr>
        <p:spPr/>
        <p:txBody>
          <a:bodyPr>
            <a:normAutofit fontScale="92500" lnSpcReduction="10000"/>
          </a:bodyPr>
          <a:lstStyle/>
          <a:p>
            <a:r>
              <a:rPr lang="en-IN" b="1" dirty="0"/>
              <a:t>Simulation Environment</a:t>
            </a:r>
            <a:r>
              <a:rPr lang="en-IN" dirty="0"/>
              <a:t>:</a:t>
            </a:r>
          </a:p>
          <a:p>
            <a:pPr marL="0" indent="0">
              <a:buNone/>
            </a:pPr>
            <a:r>
              <a:rPr lang="en-IN" dirty="0"/>
              <a:t>	</a:t>
            </a:r>
            <a:r>
              <a:rPr lang="en-US" dirty="0"/>
              <a:t>The PyBullet simulation is initialized with a ground plane and a      	KUKA iiwa robotic arm.</a:t>
            </a:r>
          </a:p>
          <a:p>
            <a:pPr marL="0" indent="0">
              <a:buNone/>
            </a:pPr>
            <a:r>
              <a:rPr lang="en-US" b="1" dirty="0"/>
              <a:t>	</a:t>
            </a:r>
            <a:r>
              <a:rPr lang="en-US" dirty="0"/>
              <a:t>An object (a cube) is placed at a specified starting position. The 	robot's task is to move this object from the starting position to a 	predefined goal position.</a:t>
            </a:r>
            <a:r>
              <a:rPr lang="en-IN" b="1" dirty="0"/>
              <a:t>	</a:t>
            </a:r>
          </a:p>
          <a:p>
            <a:pPr marL="0" indent="0">
              <a:buNone/>
            </a:pPr>
            <a:r>
              <a:rPr lang="en-US" b="1" dirty="0"/>
              <a:t>	</a:t>
            </a:r>
            <a:r>
              <a:rPr lang="en-US" dirty="0"/>
              <a:t>Obstacles are defined in a grid-based environment, and each obstacle is 	also visually represented as a cube in PyBullet.</a:t>
            </a:r>
            <a:endParaRPr lang="en-US" b="1" dirty="0"/>
          </a:p>
          <a:p>
            <a:r>
              <a:rPr lang="en-IN" b="1" dirty="0"/>
              <a:t>Path Planning Algorithms</a:t>
            </a:r>
            <a:r>
              <a:rPr lang="en-IN" dirty="0"/>
              <a:t>:</a:t>
            </a:r>
            <a:endParaRPr lang="en-US" dirty="0"/>
          </a:p>
          <a:p>
            <a:pPr marL="0" indent="0">
              <a:buNone/>
            </a:pPr>
            <a:r>
              <a:rPr lang="en-US" dirty="0"/>
              <a:t>	The digital twin enables the testing of different algorithms like A*      	algorithm.</a:t>
            </a:r>
          </a:p>
          <a:p>
            <a:pPr marL="0" indent="0">
              <a:buNone/>
            </a:pPr>
            <a:endParaRPr lang="en-IN" dirty="0"/>
          </a:p>
        </p:txBody>
      </p:sp>
      <p:sp>
        <p:nvSpPr>
          <p:cNvPr id="4" name="Date Placeholder 3">
            <a:extLst>
              <a:ext uri="{FF2B5EF4-FFF2-40B4-BE49-F238E27FC236}">
                <a16:creationId xmlns:a16="http://schemas.microsoft.com/office/drawing/2014/main" id="{73270450-0C0B-B7DD-0DFC-6BB091156B02}"/>
              </a:ext>
            </a:extLst>
          </p:cNvPr>
          <p:cNvSpPr>
            <a:spLocks noGrp="1"/>
          </p:cNvSpPr>
          <p:nvPr>
            <p:ph type="dt" sz="half" idx="10"/>
          </p:nvPr>
        </p:nvSpPr>
        <p:spPr/>
        <p:txBody>
          <a:bodyPr/>
          <a:lstStyle/>
          <a:p>
            <a:fld id="{58DCAF1C-1602-43ED-A78B-D90E1BF551C3}" type="datetime5">
              <a:rPr lang="en-GB" smtClean="0"/>
              <a:t>2-May-26</a:t>
            </a:fld>
            <a:endParaRPr lang="en-GB"/>
          </a:p>
        </p:txBody>
      </p:sp>
      <p:sp>
        <p:nvSpPr>
          <p:cNvPr id="5" name="Footer Placeholder 4">
            <a:extLst>
              <a:ext uri="{FF2B5EF4-FFF2-40B4-BE49-F238E27FC236}">
                <a16:creationId xmlns:a16="http://schemas.microsoft.com/office/drawing/2014/main" id="{8E071DC8-1121-2A03-AB05-85F0E75CE5C7}"/>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518A8309-054F-D036-FB93-60360F28D253}"/>
              </a:ext>
            </a:extLst>
          </p:cNvPr>
          <p:cNvSpPr>
            <a:spLocks noGrp="1"/>
          </p:cNvSpPr>
          <p:nvPr>
            <p:ph type="sldNum" sz="quarter" idx="12"/>
          </p:nvPr>
        </p:nvSpPr>
        <p:spPr/>
        <p:txBody>
          <a:bodyPr/>
          <a:lstStyle/>
          <a:p>
            <a:fld id="{7CAC582C-34A3-47E8-9F28-5E4BAA2AE2BF}" type="slidenum">
              <a:rPr lang="en-GB" smtClean="0"/>
              <a:t>4</a:t>
            </a:fld>
            <a:endParaRPr lang="en-GB"/>
          </a:p>
        </p:txBody>
      </p:sp>
    </p:spTree>
    <p:extLst>
      <p:ext uri="{BB962C8B-B14F-4D97-AF65-F5344CB8AC3E}">
        <p14:creationId xmlns:p14="http://schemas.microsoft.com/office/powerpoint/2010/main" val="1567542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E02586-DDA6-BD46-FFB4-68364C48C873}"/>
              </a:ext>
            </a:extLst>
          </p:cNvPr>
          <p:cNvSpPr>
            <a:spLocks noGrp="1"/>
          </p:cNvSpPr>
          <p:nvPr>
            <p:ph type="title"/>
          </p:nvPr>
        </p:nvSpPr>
        <p:spPr>
          <a:xfrm>
            <a:off x="3491739" y="98627"/>
            <a:ext cx="8561322" cy="1111185"/>
          </a:xfrm>
        </p:spPr>
        <p:txBody>
          <a:bodyPr>
            <a:normAutofit/>
          </a:bodyPr>
          <a:lstStyle/>
          <a:p>
            <a:r>
              <a:rPr lang="en-GB" sz="4800" i="1" dirty="0"/>
              <a:t>LITERATURE REVIEW</a:t>
            </a:r>
          </a:p>
        </p:txBody>
      </p:sp>
      <p:sp>
        <p:nvSpPr>
          <p:cNvPr id="4" name="Date Placeholder 3">
            <a:extLst>
              <a:ext uri="{FF2B5EF4-FFF2-40B4-BE49-F238E27FC236}">
                <a16:creationId xmlns:a16="http://schemas.microsoft.com/office/drawing/2014/main" id="{ACDBF08C-7CBA-83A8-DF16-EA8937EAE591}"/>
              </a:ext>
            </a:extLst>
          </p:cNvPr>
          <p:cNvSpPr>
            <a:spLocks noGrp="1"/>
          </p:cNvSpPr>
          <p:nvPr>
            <p:ph type="dt" sz="half" idx="10"/>
          </p:nvPr>
        </p:nvSpPr>
        <p:spPr/>
        <p:txBody>
          <a:bodyPr/>
          <a:lstStyle/>
          <a:p>
            <a:fld id="{58DCAF1C-1602-43ED-A78B-D90E1BF551C3}" type="datetime5">
              <a:rPr lang="en-GB" smtClean="0"/>
              <a:t>2-May-26</a:t>
            </a:fld>
            <a:endParaRPr lang="en-GB"/>
          </a:p>
        </p:txBody>
      </p:sp>
      <p:sp>
        <p:nvSpPr>
          <p:cNvPr id="5" name="Footer Placeholder 4">
            <a:extLst>
              <a:ext uri="{FF2B5EF4-FFF2-40B4-BE49-F238E27FC236}">
                <a16:creationId xmlns:a16="http://schemas.microsoft.com/office/drawing/2014/main" id="{A8BC64B3-819D-8D35-6EA4-B2229D78CBD3}"/>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4E6A9CF8-D4E1-6755-53C7-1194D6C9E338}"/>
              </a:ext>
            </a:extLst>
          </p:cNvPr>
          <p:cNvSpPr>
            <a:spLocks noGrp="1"/>
          </p:cNvSpPr>
          <p:nvPr>
            <p:ph type="sldNum" sz="quarter" idx="12"/>
          </p:nvPr>
        </p:nvSpPr>
        <p:spPr/>
        <p:txBody>
          <a:bodyPr/>
          <a:lstStyle/>
          <a:p>
            <a:fld id="{7CAC582C-34A3-47E8-9F28-5E4BAA2AE2BF}" type="slidenum">
              <a:rPr lang="en-GB" smtClean="0"/>
              <a:t>5</a:t>
            </a:fld>
            <a:endParaRPr lang="en-GB"/>
          </a:p>
        </p:txBody>
      </p:sp>
      <p:graphicFrame>
        <p:nvGraphicFramePr>
          <p:cNvPr id="7" name="Table 6">
            <a:extLst>
              <a:ext uri="{FF2B5EF4-FFF2-40B4-BE49-F238E27FC236}">
                <a16:creationId xmlns:a16="http://schemas.microsoft.com/office/drawing/2014/main" id="{B227FB4D-19D9-3A6F-8C1C-22F0C8F2C7C5}"/>
              </a:ext>
            </a:extLst>
          </p:cNvPr>
          <p:cNvGraphicFramePr>
            <a:graphicFrameLocks noGrp="1"/>
          </p:cNvGraphicFramePr>
          <p:nvPr>
            <p:extLst>
              <p:ext uri="{D42A27DB-BD31-4B8C-83A1-F6EECF244321}">
                <p14:modId xmlns:p14="http://schemas.microsoft.com/office/powerpoint/2010/main" val="3494369725"/>
              </p:ext>
            </p:extLst>
          </p:nvPr>
        </p:nvGraphicFramePr>
        <p:xfrm>
          <a:off x="1438585" y="1246567"/>
          <a:ext cx="9525250" cy="5034488"/>
        </p:xfrm>
        <a:graphic>
          <a:graphicData uri="http://schemas.openxmlformats.org/drawingml/2006/table">
            <a:tbl>
              <a:tblPr firstRow="1" bandRow="1">
                <a:tableStyleId>{7E9639D4-E3E2-4D34-9284-5A2195B3D0D7}</a:tableStyleId>
              </a:tblPr>
              <a:tblGrid>
                <a:gridCol w="789429">
                  <a:extLst>
                    <a:ext uri="{9D8B030D-6E8A-4147-A177-3AD203B41FA5}">
                      <a16:colId xmlns:a16="http://schemas.microsoft.com/office/drawing/2014/main" val="1923646347"/>
                    </a:ext>
                  </a:extLst>
                </a:gridCol>
                <a:gridCol w="4132677">
                  <a:extLst>
                    <a:ext uri="{9D8B030D-6E8A-4147-A177-3AD203B41FA5}">
                      <a16:colId xmlns:a16="http://schemas.microsoft.com/office/drawing/2014/main" val="372553236"/>
                    </a:ext>
                  </a:extLst>
                </a:gridCol>
                <a:gridCol w="2301572">
                  <a:extLst>
                    <a:ext uri="{9D8B030D-6E8A-4147-A177-3AD203B41FA5}">
                      <a16:colId xmlns:a16="http://schemas.microsoft.com/office/drawing/2014/main" val="519886912"/>
                    </a:ext>
                  </a:extLst>
                </a:gridCol>
                <a:gridCol w="2301572">
                  <a:extLst>
                    <a:ext uri="{9D8B030D-6E8A-4147-A177-3AD203B41FA5}">
                      <a16:colId xmlns:a16="http://schemas.microsoft.com/office/drawing/2014/main" val="1267026422"/>
                    </a:ext>
                  </a:extLst>
                </a:gridCol>
              </a:tblGrid>
              <a:tr h="353850">
                <a:tc>
                  <a:txBody>
                    <a:bodyPr/>
                    <a:lstStyle/>
                    <a:p>
                      <a:r>
                        <a:rPr lang="en-IN" i="1" dirty="0"/>
                        <a:t>S.NO</a:t>
                      </a:r>
                    </a:p>
                  </a:txBody>
                  <a:tcPr/>
                </a:tc>
                <a:tc>
                  <a:txBody>
                    <a:bodyPr/>
                    <a:lstStyle/>
                    <a:p>
                      <a:pPr algn="ctr"/>
                      <a:r>
                        <a:rPr lang="en-IN" dirty="0"/>
                        <a:t>TITLE</a:t>
                      </a:r>
                    </a:p>
                  </a:txBody>
                  <a:tcPr/>
                </a:tc>
                <a:tc>
                  <a:txBody>
                    <a:bodyPr/>
                    <a:lstStyle/>
                    <a:p>
                      <a:pPr algn="ctr"/>
                      <a:r>
                        <a:rPr lang="en-IN" dirty="0"/>
                        <a:t>AUTHOR</a:t>
                      </a:r>
                    </a:p>
                  </a:txBody>
                  <a:tcPr/>
                </a:tc>
                <a:tc>
                  <a:txBody>
                    <a:bodyPr/>
                    <a:lstStyle/>
                    <a:p>
                      <a:pPr algn="ctr"/>
                      <a:r>
                        <a:rPr lang="en-IN" dirty="0"/>
                        <a:t>ABOUT</a:t>
                      </a:r>
                    </a:p>
                  </a:txBody>
                  <a:tcPr/>
                </a:tc>
                <a:extLst>
                  <a:ext uri="{0D108BD9-81ED-4DB2-BD59-A6C34878D82A}">
                    <a16:rowId xmlns:a16="http://schemas.microsoft.com/office/drawing/2014/main" val="439580013"/>
                  </a:ext>
                </a:extLst>
              </a:tr>
              <a:tr h="1415401">
                <a:tc>
                  <a:txBody>
                    <a:bodyPr/>
                    <a:lstStyle/>
                    <a:p>
                      <a:r>
                        <a:rPr lang="en-IN" dirty="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tx1"/>
                          </a:solidFill>
                          <a:effectLst/>
                          <a:latin typeface="+mn-lt"/>
                          <a:ea typeface="+mn-ea"/>
                          <a:cs typeface="+mn-cs"/>
                        </a:rPr>
                        <a:t>Digital Twin-Based Path Planning and Obstacle Avoidance for a Quadruped Robot</a:t>
                      </a:r>
                    </a:p>
                    <a:p>
                      <a:endParaRPr lang="en-IN" dirty="0"/>
                    </a:p>
                  </a:txBody>
                  <a:tcPr/>
                </a:tc>
                <a:tc>
                  <a:txBody>
                    <a:bodyPr/>
                    <a:lstStyle/>
                    <a:p>
                      <a:r>
                        <a:rPr lang="en-IN" sz="1800" kern="1200" dirty="0">
                          <a:solidFill>
                            <a:schemeClr val="tx1"/>
                          </a:solidFill>
                          <a:effectLst/>
                          <a:latin typeface="+mn-lt"/>
                          <a:ea typeface="+mn-ea"/>
                          <a:cs typeface="+mn-cs"/>
                        </a:rPr>
                        <a:t>Ayan Naskar, Pranav Pothapragada</a:t>
                      </a:r>
                      <a:r>
                        <a:rPr lang="en-IN" dirty="0"/>
                        <a:t> &amp; </a:t>
                      </a:r>
                      <a:r>
                        <a:rPr lang="en-IN" sz="1800" kern="1200" dirty="0">
                          <a:solidFill>
                            <a:schemeClr val="tx1"/>
                          </a:solidFill>
                          <a:effectLst/>
                          <a:latin typeface="+mn-lt"/>
                          <a:ea typeface="+mn-ea"/>
                          <a:cs typeface="+mn-cs"/>
                        </a:rPr>
                        <a:t>P. Vivekananda Shanmuganathan</a:t>
                      </a:r>
                      <a:endParaRPr lang="en-IN" dirty="0"/>
                    </a:p>
                  </a:txBody>
                  <a:tcPr/>
                </a:tc>
                <a:tc>
                  <a:txBody>
                    <a:bodyPr/>
                    <a:lstStyle/>
                    <a:p>
                      <a:r>
                        <a:rPr lang="en-US" sz="1800" b="0" i="0" kern="1200" dirty="0">
                          <a:solidFill>
                            <a:schemeClr val="tx1"/>
                          </a:solidFill>
                          <a:effectLst/>
                          <a:latin typeface="+mn-lt"/>
                          <a:ea typeface="+mn-ea"/>
                          <a:cs typeface="+mn-cs"/>
                        </a:rPr>
                        <a:t>Demonstrates the communications between robots, each with its own digital twin.</a:t>
                      </a:r>
                      <a:endParaRPr lang="en-IN" dirty="0"/>
                    </a:p>
                  </a:txBody>
                  <a:tcPr/>
                </a:tc>
                <a:extLst>
                  <a:ext uri="{0D108BD9-81ED-4DB2-BD59-A6C34878D82A}">
                    <a16:rowId xmlns:a16="http://schemas.microsoft.com/office/drawing/2014/main" val="1888669091"/>
                  </a:ext>
                </a:extLst>
              </a:tr>
              <a:tr h="1720126">
                <a:tc>
                  <a:txBody>
                    <a:bodyPr/>
                    <a:lstStyle/>
                    <a:p>
                      <a:r>
                        <a:rPr lang="en-IN" dirty="0"/>
                        <a:t>2)</a:t>
                      </a:r>
                    </a:p>
                  </a:txBody>
                  <a:tcPr/>
                </a:tc>
                <a:tc>
                  <a:txBody>
                    <a:bodyPr/>
                    <a:lstStyle/>
                    <a:p>
                      <a:r>
                        <a:rPr lang="en-US" sz="1800" b="0" i="0" kern="1200" dirty="0">
                          <a:solidFill>
                            <a:schemeClr val="tx1"/>
                          </a:solidFill>
                          <a:effectLst/>
                          <a:latin typeface="+mn-lt"/>
                          <a:ea typeface="+mn-ea"/>
                          <a:cs typeface="+mn-cs"/>
                        </a:rPr>
                        <a:t>Integrating digital twin and computer vision system for efficient pick-and-place operation using Tecnomatix Process Simulate</a:t>
                      </a:r>
                    </a:p>
                    <a:p>
                      <a:endParaRPr lang="en-IN" dirty="0"/>
                    </a:p>
                  </a:txBody>
                  <a:tcPr/>
                </a:tc>
                <a:tc>
                  <a:txBody>
                    <a:bodyPr/>
                    <a:lstStyle/>
                    <a:p>
                      <a:r>
                        <a:rPr lang="en-IN" sz="1800" b="0" i="0" kern="1200" dirty="0">
                          <a:solidFill>
                            <a:schemeClr val="tx1"/>
                          </a:solidFill>
                          <a:effectLst/>
                          <a:latin typeface="+mn-lt"/>
                          <a:ea typeface="+mn-ea"/>
                          <a:cs typeface="+mn-cs"/>
                        </a:rPr>
                        <a:t> Yash Jakhotiya, M.R.</a:t>
                      </a:r>
                      <a:r>
                        <a:rPr lang="en-IN" sz="1800" kern="1200" dirty="0">
                          <a:solidFill>
                            <a:schemeClr val="tx1"/>
                          </a:solidFill>
                          <a:effectLst/>
                          <a:latin typeface="+mn-lt"/>
                          <a:ea typeface="+mn-ea"/>
                          <a:cs typeface="+mn-cs"/>
                          <a:hlinkClick r:id="rId2"/>
                        </a:rPr>
                        <a:t> </a:t>
                      </a:r>
                      <a:r>
                        <a:rPr lang="en-IN" sz="1800" kern="1200" dirty="0">
                          <a:solidFill>
                            <a:schemeClr val="tx1"/>
                          </a:solidFill>
                          <a:effectLst/>
                          <a:latin typeface="+mn-lt"/>
                          <a:ea typeface="+mn-ea"/>
                          <a:cs typeface="+mn-cs"/>
                        </a:rPr>
                        <a:t>Rahul</a:t>
                      </a:r>
                      <a:r>
                        <a:rPr lang="en-IN" dirty="0"/>
                        <a:t> &amp; </a:t>
                      </a:r>
                      <a:r>
                        <a:rPr lang="en-IN" sz="1800" kern="1200" dirty="0">
                          <a:solidFill>
                            <a:schemeClr val="tx1"/>
                          </a:solidFill>
                          <a:effectLst/>
                          <a:latin typeface="+mn-lt"/>
                          <a:ea typeface="+mn-ea"/>
                          <a:cs typeface="+mn-cs"/>
                        </a:rPr>
                        <a:t>Shital. Chiddarwar</a:t>
                      </a:r>
                      <a:endParaRPr lang="en-IN" dirty="0"/>
                    </a:p>
                  </a:txBody>
                  <a:tcPr/>
                </a:tc>
                <a:tc>
                  <a:txBody>
                    <a:bodyPr/>
                    <a:lstStyle/>
                    <a:p>
                      <a:r>
                        <a:rPr lang="en-US" sz="1800" b="0" i="0" kern="1200" dirty="0">
                          <a:solidFill>
                            <a:schemeClr val="tx1"/>
                          </a:solidFill>
                          <a:effectLst/>
                          <a:latin typeface="+mn-lt"/>
                          <a:ea typeface="+mn-ea"/>
                          <a:cs typeface="+mn-cs"/>
                        </a:rPr>
                        <a:t>The study provides a methodology for digital twin creation</a:t>
                      </a:r>
                      <a:endParaRPr lang="en-IN" dirty="0"/>
                    </a:p>
                  </a:txBody>
                  <a:tcPr/>
                </a:tc>
                <a:extLst>
                  <a:ext uri="{0D108BD9-81ED-4DB2-BD59-A6C34878D82A}">
                    <a16:rowId xmlns:a16="http://schemas.microsoft.com/office/drawing/2014/main" val="2140472987"/>
                  </a:ext>
                </a:extLst>
              </a:tr>
              <a:tr h="1485562">
                <a:tc>
                  <a:txBody>
                    <a:bodyPr/>
                    <a:lstStyle/>
                    <a:p>
                      <a:r>
                        <a:rPr lang="en-IN" dirty="0"/>
                        <a:t>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tx1"/>
                          </a:solidFill>
                          <a:effectLst/>
                          <a:latin typeface="+mn-lt"/>
                          <a:ea typeface="+mn-ea"/>
                          <a:cs typeface="+mn-cs"/>
                        </a:rPr>
                        <a:t>Development of Digital Twin for Robotic Arm</a:t>
                      </a:r>
                    </a:p>
                    <a:p>
                      <a:endParaRPr lang="en-IN" dirty="0"/>
                    </a:p>
                  </a:txBody>
                  <a:tcPr/>
                </a:tc>
                <a:tc>
                  <a:txBody>
                    <a:bodyPr/>
                    <a:lstStyle/>
                    <a:p>
                      <a:r>
                        <a:rPr lang="en-IN" sz="1800" b="0" i="0" u="none" strike="noStrike" kern="1200" dirty="0">
                          <a:solidFill>
                            <a:schemeClr val="tx1"/>
                          </a:solidFill>
                          <a:effectLst/>
                          <a:latin typeface="+mn-lt"/>
                          <a:ea typeface="+mn-ea"/>
                          <a:cs typeface="+mn-cs"/>
                        </a:rPr>
                        <a:t>Stepan Bratchikov,</a:t>
                      </a:r>
                      <a:r>
                        <a:rPr lang="en-IN" sz="1800" b="0" i="0" kern="1200" dirty="0">
                          <a:solidFill>
                            <a:schemeClr val="tx1"/>
                          </a:solidFill>
                          <a:effectLst/>
                          <a:latin typeface="+mn-lt"/>
                          <a:ea typeface="+mn-ea"/>
                          <a:cs typeface="+mn-cs"/>
                        </a:rPr>
                        <a:t> </a:t>
                      </a:r>
                      <a:r>
                        <a:rPr lang="en-IN" sz="1800" b="0" i="0" u="none" strike="noStrike" kern="1200" dirty="0">
                          <a:solidFill>
                            <a:schemeClr val="tx1"/>
                          </a:solidFill>
                          <a:effectLst/>
                          <a:latin typeface="+mn-lt"/>
                          <a:ea typeface="+mn-ea"/>
                          <a:cs typeface="+mn-cs"/>
                        </a:rPr>
                        <a:t>Artur </a:t>
                      </a:r>
                      <a:r>
                        <a:rPr lang="en-IN" sz="1800" b="0" i="0" u="none" strike="noStrike" kern="1200" dirty="0" err="1">
                          <a:solidFill>
                            <a:schemeClr val="tx1"/>
                          </a:solidFill>
                          <a:effectLst/>
                          <a:latin typeface="+mn-lt"/>
                          <a:ea typeface="+mn-ea"/>
                          <a:cs typeface="+mn-cs"/>
                        </a:rPr>
                        <a:t>Abdullin</a:t>
                      </a:r>
                      <a:r>
                        <a:rPr lang="en-IN" sz="1800" b="0" i="0" u="none" strike="noStrike" kern="1200" dirty="0">
                          <a:solidFill>
                            <a:schemeClr val="tx1"/>
                          </a:solidFill>
                          <a:effectLst/>
                          <a:latin typeface="+mn-lt"/>
                          <a:ea typeface="+mn-ea"/>
                          <a:cs typeface="+mn-cs"/>
                        </a:rPr>
                        <a:t>,</a:t>
                      </a:r>
                      <a:r>
                        <a:rPr lang="en-IN" sz="1800" b="0" i="0" kern="1200" dirty="0">
                          <a:solidFill>
                            <a:schemeClr val="tx1"/>
                          </a:solidFill>
                          <a:effectLst/>
                          <a:latin typeface="+mn-lt"/>
                          <a:ea typeface="+mn-ea"/>
                          <a:cs typeface="+mn-cs"/>
                        </a:rPr>
                        <a:t> </a:t>
                      </a:r>
                      <a:r>
                        <a:rPr lang="en-IN" sz="1800" b="0" i="0" u="none" strike="noStrike" kern="1200" dirty="0">
                          <a:solidFill>
                            <a:schemeClr val="tx1"/>
                          </a:solidFill>
                          <a:effectLst/>
                          <a:latin typeface="+mn-lt"/>
                          <a:ea typeface="+mn-ea"/>
                          <a:cs typeface="+mn-cs"/>
                        </a:rPr>
                        <a:t>Galina L. </a:t>
                      </a:r>
                      <a:r>
                        <a:rPr lang="en-IN" sz="1800" b="0" i="0" u="none" strike="noStrike" kern="1200" dirty="0" err="1">
                          <a:solidFill>
                            <a:schemeClr val="tx1"/>
                          </a:solidFill>
                          <a:effectLst/>
                          <a:latin typeface="+mn-lt"/>
                          <a:ea typeface="+mn-ea"/>
                          <a:cs typeface="+mn-cs"/>
                        </a:rPr>
                        <a:t>Demidova</a:t>
                      </a:r>
                      <a:r>
                        <a:rPr lang="en-IN" sz="1800" b="0" i="0" u="none" strike="noStrike" kern="1200" dirty="0">
                          <a:solidFill>
                            <a:schemeClr val="tx1"/>
                          </a:solidFill>
                          <a:effectLst/>
                          <a:latin typeface="+mn-lt"/>
                          <a:ea typeface="+mn-ea"/>
                          <a:cs typeface="+mn-cs"/>
                        </a:rPr>
                        <a:t>,</a:t>
                      </a:r>
                      <a:r>
                        <a:rPr lang="en-IN" sz="1800" b="0" i="0" kern="1200" dirty="0">
                          <a:solidFill>
                            <a:schemeClr val="tx1"/>
                          </a:solidFill>
                          <a:effectLst/>
                          <a:latin typeface="+mn-lt"/>
                          <a:ea typeface="+mn-ea"/>
                          <a:cs typeface="+mn-cs"/>
                        </a:rPr>
                        <a:t> </a:t>
                      </a:r>
                      <a:r>
                        <a:rPr lang="en-IN" sz="1800" b="0" i="0" u="none" strike="noStrike" kern="1200" dirty="0">
                          <a:solidFill>
                            <a:schemeClr val="tx1"/>
                          </a:solidFill>
                          <a:effectLst/>
                          <a:latin typeface="+mn-lt"/>
                          <a:ea typeface="+mn-ea"/>
                          <a:cs typeface="+mn-cs"/>
                        </a:rPr>
                        <a:t>Dmitry V. </a:t>
                      </a:r>
                      <a:r>
                        <a:rPr lang="en-IN" sz="1800" b="0" i="0" u="none" strike="noStrike" kern="1200" dirty="0" err="1">
                          <a:solidFill>
                            <a:schemeClr val="tx1"/>
                          </a:solidFill>
                          <a:effectLst/>
                          <a:latin typeface="+mn-lt"/>
                          <a:ea typeface="+mn-ea"/>
                          <a:cs typeface="+mn-cs"/>
                        </a:rPr>
                        <a:t>Lukichev</a:t>
                      </a:r>
                      <a:endParaRPr lang="en-IN" dirty="0"/>
                    </a:p>
                  </a:txBody>
                  <a:tcPr/>
                </a:tc>
                <a:tc>
                  <a:txBody>
                    <a:bodyPr/>
                    <a:lstStyle/>
                    <a:p>
                      <a:r>
                        <a:rPr lang="en-US" sz="1800" b="0" i="0" kern="1200" dirty="0">
                          <a:solidFill>
                            <a:schemeClr val="tx1"/>
                          </a:solidFill>
                          <a:effectLst/>
                          <a:latin typeface="+mn-lt"/>
                          <a:ea typeface="+mn-ea"/>
                          <a:cs typeface="+mn-cs"/>
                        </a:rPr>
                        <a:t>Shown that the use of polynomial algorithms in the control system provides the best solution</a:t>
                      </a:r>
                      <a:endParaRPr lang="en-IN" dirty="0"/>
                    </a:p>
                  </a:txBody>
                  <a:tcPr/>
                </a:tc>
                <a:extLst>
                  <a:ext uri="{0D108BD9-81ED-4DB2-BD59-A6C34878D82A}">
                    <a16:rowId xmlns:a16="http://schemas.microsoft.com/office/drawing/2014/main" val="1608015101"/>
                  </a:ext>
                </a:extLst>
              </a:tr>
            </a:tbl>
          </a:graphicData>
        </a:graphic>
      </p:graphicFrame>
    </p:spTree>
    <p:extLst>
      <p:ext uri="{BB962C8B-B14F-4D97-AF65-F5344CB8AC3E}">
        <p14:creationId xmlns:p14="http://schemas.microsoft.com/office/powerpoint/2010/main" val="19847424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49B73-7907-E56A-77A5-7C4F4903FF20}"/>
              </a:ext>
            </a:extLst>
          </p:cNvPr>
          <p:cNvSpPr>
            <a:spLocks noGrp="1"/>
          </p:cNvSpPr>
          <p:nvPr>
            <p:ph type="title"/>
          </p:nvPr>
        </p:nvSpPr>
        <p:spPr/>
        <p:txBody>
          <a:bodyPr/>
          <a:lstStyle/>
          <a:p>
            <a:r>
              <a:rPr lang="en-IN" i="1" dirty="0"/>
              <a:t>OBJECTIVE</a:t>
            </a:r>
          </a:p>
        </p:txBody>
      </p:sp>
      <p:sp>
        <p:nvSpPr>
          <p:cNvPr id="3" name="Content Placeholder 2">
            <a:extLst>
              <a:ext uri="{FF2B5EF4-FFF2-40B4-BE49-F238E27FC236}">
                <a16:creationId xmlns:a16="http://schemas.microsoft.com/office/drawing/2014/main" id="{959C2D9D-5E4B-EBC5-F373-55D64D8625B4}"/>
              </a:ext>
            </a:extLst>
          </p:cNvPr>
          <p:cNvSpPr>
            <a:spLocks noGrp="1"/>
          </p:cNvSpPr>
          <p:nvPr>
            <p:ph idx="1"/>
          </p:nvPr>
        </p:nvSpPr>
        <p:spPr/>
        <p:txBody>
          <a:bodyPr/>
          <a:lstStyle/>
          <a:p>
            <a:r>
              <a:rPr lang="en-US" b="0" i="0" dirty="0">
                <a:solidFill>
                  <a:srgbClr val="222222"/>
                </a:solidFill>
                <a:effectLst/>
                <a:latin typeface="Arial" panose="020B0604020202020204" pitchFamily="34" charset="0"/>
              </a:rPr>
              <a:t>To design suitable digital twins for pick and place of objects.</a:t>
            </a:r>
          </a:p>
          <a:p>
            <a:r>
              <a:rPr lang="en-US" dirty="0">
                <a:latin typeface="Arial" panose="020B0604020202020204" pitchFamily="34" charset="0"/>
                <a:cs typeface="Arial" panose="020B0604020202020204" pitchFamily="34" charset="0"/>
              </a:rPr>
              <a:t>To develop a digital twin of a robotic manipulator capable of performing autonomous pick-and-place tasks with real-time path planning and obstacle avoidance, simulating real-world interactions and optimizing operational efficiency.</a:t>
            </a:r>
          </a:p>
          <a:p>
            <a:r>
              <a:rPr lang="en-US" dirty="0">
                <a:latin typeface="Arial" panose="020B0604020202020204" pitchFamily="34" charset="0"/>
                <a:cs typeface="Arial" panose="020B0604020202020204" pitchFamily="34" charset="0"/>
              </a:rPr>
              <a:t>To enhancing performance, safety, and adaptability in robotic pick-and-place tasks using digital twin’s value.</a:t>
            </a:r>
            <a:endParaRPr lang="en-IN" dirty="0">
              <a:latin typeface="Arial" panose="020B0604020202020204" pitchFamily="34" charset="0"/>
              <a:cs typeface="Arial" panose="020B0604020202020204" pitchFamily="34" charset="0"/>
            </a:endParaRPr>
          </a:p>
        </p:txBody>
      </p:sp>
      <p:sp>
        <p:nvSpPr>
          <p:cNvPr id="4" name="Date Placeholder 3">
            <a:extLst>
              <a:ext uri="{FF2B5EF4-FFF2-40B4-BE49-F238E27FC236}">
                <a16:creationId xmlns:a16="http://schemas.microsoft.com/office/drawing/2014/main" id="{9804763B-C573-84E1-0C8F-B12FD3591E6F}"/>
              </a:ext>
            </a:extLst>
          </p:cNvPr>
          <p:cNvSpPr>
            <a:spLocks noGrp="1"/>
          </p:cNvSpPr>
          <p:nvPr>
            <p:ph type="dt" sz="half" idx="10"/>
          </p:nvPr>
        </p:nvSpPr>
        <p:spPr/>
        <p:txBody>
          <a:bodyPr/>
          <a:lstStyle/>
          <a:p>
            <a:fld id="{58DCAF1C-1602-43ED-A78B-D90E1BF551C3}" type="datetime5">
              <a:rPr lang="en-GB" smtClean="0"/>
              <a:t>2-May-26</a:t>
            </a:fld>
            <a:endParaRPr lang="en-GB"/>
          </a:p>
        </p:txBody>
      </p:sp>
      <p:sp>
        <p:nvSpPr>
          <p:cNvPr id="5" name="Footer Placeholder 4">
            <a:extLst>
              <a:ext uri="{FF2B5EF4-FFF2-40B4-BE49-F238E27FC236}">
                <a16:creationId xmlns:a16="http://schemas.microsoft.com/office/drawing/2014/main" id="{138BDC7C-DC8A-1133-3CE2-A1C9EC00BEDF}"/>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8DF10D14-C6E6-F5C8-B019-4A0776173AA0}"/>
              </a:ext>
            </a:extLst>
          </p:cNvPr>
          <p:cNvSpPr>
            <a:spLocks noGrp="1"/>
          </p:cNvSpPr>
          <p:nvPr>
            <p:ph type="sldNum" sz="quarter" idx="12"/>
          </p:nvPr>
        </p:nvSpPr>
        <p:spPr/>
        <p:txBody>
          <a:bodyPr/>
          <a:lstStyle/>
          <a:p>
            <a:fld id="{7CAC582C-34A3-47E8-9F28-5E4BAA2AE2BF}" type="slidenum">
              <a:rPr lang="en-GB" smtClean="0"/>
              <a:t>6</a:t>
            </a:fld>
            <a:endParaRPr lang="en-GB"/>
          </a:p>
        </p:txBody>
      </p:sp>
    </p:spTree>
    <p:extLst>
      <p:ext uri="{BB962C8B-B14F-4D97-AF65-F5344CB8AC3E}">
        <p14:creationId xmlns:p14="http://schemas.microsoft.com/office/powerpoint/2010/main" val="509590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7335C-7B39-E6F6-15C1-BF589D5C827B}"/>
              </a:ext>
            </a:extLst>
          </p:cNvPr>
          <p:cNvSpPr>
            <a:spLocks noGrp="1"/>
          </p:cNvSpPr>
          <p:nvPr>
            <p:ph type="title"/>
          </p:nvPr>
        </p:nvSpPr>
        <p:spPr/>
        <p:txBody>
          <a:bodyPr/>
          <a:lstStyle/>
          <a:p>
            <a:r>
              <a:rPr lang="en-IN" i="1" dirty="0"/>
              <a:t>MOTIVATION</a:t>
            </a:r>
          </a:p>
        </p:txBody>
      </p:sp>
      <p:sp>
        <p:nvSpPr>
          <p:cNvPr id="3" name="Content Placeholder 2">
            <a:extLst>
              <a:ext uri="{FF2B5EF4-FFF2-40B4-BE49-F238E27FC236}">
                <a16:creationId xmlns:a16="http://schemas.microsoft.com/office/drawing/2014/main" id="{66461A1B-2655-A357-EC03-35A724482034}"/>
              </a:ext>
            </a:extLst>
          </p:cNvPr>
          <p:cNvSpPr>
            <a:spLocks noGrp="1"/>
          </p:cNvSpPr>
          <p:nvPr>
            <p:ph idx="1"/>
          </p:nvPr>
        </p:nvSpPr>
        <p:spPr/>
        <p:txBody>
          <a:bodyPr/>
          <a:lstStyle/>
          <a:p>
            <a:r>
              <a:rPr lang="en-US" dirty="0"/>
              <a:t>This project aims to leverage digital twin technology to optimize real-world pick-and-place operations, ensuring high efficiency, accuracy, and adaptability in environments where physical prototyping is costly or risky.</a:t>
            </a:r>
          </a:p>
          <a:p>
            <a:r>
              <a:rPr lang="en-US" dirty="0"/>
              <a:t>To simulate real-time path planning and obstacle avoidance, the project seeks to advance robotics capabilities in complex environments while providing data-driven insights for improved decision-making.</a:t>
            </a:r>
          </a:p>
          <a:p>
            <a:r>
              <a:rPr lang="en-US" dirty="0"/>
              <a:t>To bridge the gap between physical and virtual robotics by creating a simulation environment that allows for precise, safe, and cost-effective testing of robotic tasks.</a:t>
            </a:r>
          </a:p>
        </p:txBody>
      </p:sp>
      <p:sp>
        <p:nvSpPr>
          <p:cNvPr id="4" name="Date Placeholder 3">
            <a:extLst>
              <a:ext uri="{FF2B5EF4-FFF2-40B4-BE49-F238E27FC236}">
                <a16:creationId xmlns:a16="http://schemas.microsoft.com/office/drawing/2014/main" id="{3FEF7094-8679-AC10-668F-78CB392F2F57}"/>
              </a:ext>
            </a:extLst>
          </p:cNvPr>
          <p:cNvSpPr>
            <a:spLocks noGrp="1"/>
          </p:cNvSpPr>
          <p:nvPr>
            <p:ph type="dt" sz="half" idx="10"/>
          </p:nvPr>
        </p:nvSpPr>
        <p:spPr/>
        <p:txBody>
          <a:bodyPr/>
          <a:lstStyle/>
          <a:p>
            <a:fld id="{58DCAF1C-1602-43ED-A78B-D90E1BF551C3}" type="datetime5">
              <a:rPr lang="en-GB" smtClean="0"/>
              <a:t>2-May-26</a:t>
            </a:fld>
            <a:endParaRPr lang="en-GB"/>
          </a:p>
        </p:txBody>
      </p:sp>
      <p:sp>
        <p:nvSpPr>
          <p:cNvPr id="5" name="Footer Placeholder 4">
            <a:extLst>
              <a:ext uri="{FF2B5EF4-FFF2-40B4-BE49-F238E27FC236}">
                <a16:creationId xmlns:a16="http://schemas.microsoft.com/office/drawing/2014/main" id="{FBBF8E2E-9CA2-0599-75D5-FD869A698080}"/>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30DE43C1-70EC-6230-CCE1-7FCABF56B866}"/>
              </a:ext>
            </a:extLst>
          </p:cNvPr>
          <p:cNvSpPr>
            <a:spLocks noGrp="1"/>
          </p:cNvSpPr>
          <p:nvPr>
            <p:ph type="sldNum" sz="quarter" idx="12"/>
          </p:nvPr>
        </p:nvSpPr>
        <p:spPr/>
        <p:txBody>
          <a:bodyPr/>
          <a:lstStyle/>
          <a:p>
            <a:fld id="{7CAC582C-34A3-47E8-9F28-5E4BAA2AE2BF}" type="slidenum">
              <a:rPr lang="en-GB" smtClean="0"/>
              <a:t>7</a:t>
            </a:fld>
            <a:endParaRPr lang="en-GB"/>
          </a:p>
        </p:txBody>
      </p:sp>
    </p:spTree>
    <p:extLst>
      <p:ext uri="{BB962C8B-B14F-4D97-AF65-F5344CB8AC3E}">
        <p14:creationId xmlns:p14="http://schemas.microsoft.com/office/powerpoint/2010/main" val="36888334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E47A6-F276-B357-272F-E19DD35571ED}"/>
              </a:ext>
            </a:extLst>
          </p:cNvPr>
          <p:cNvSpPr>
            <a:spLocks noGrp="1"/>
          </p:cNvSpPr>
          <p:nvPr>
            <p:ph type="title"/>
          </p:nvPr>
        </p:nvSpPr>
        <p:spPr>
          <a:xfrm>
            <a:off x="2140708" y="-29865"/>
            <a:ext cx="9102837" cy="1003715"/>
          </a:xfrm>
        </p:spPr>
        <p:txBody>
          <a:bodyPr/>
          <a:lstStyle/>
          <a:p>
            <a:r>
              <a:rPr lang="en-IN" i="1" dirty="0"/>
              <a:t>METHODOLOGY</a:t>
            </a:r>
          </a:p>
        </p:txBody>
      </p:sp>
      <p:sp>
        <p:nvSpPr>
          <p:cNvPr id="4" name="Date Placeholder 3">
            <a:extLst>
              <a:ext uri="{FF2B5EF4-FFF2-40B4-BE49-F238E27FC236}">
                <a16:creationId xmlns:a16="http://schemas.microsoft.com/office/drawing/2014/main" id="{CB503ACB-8F7C-64CC-C692-A5560C56C578}"/>
              </a:ext>
            </a:extLst>
          </p:cNvPr>
          <p:cNvSpPr>
            <a:spLocks noGrp="1"/>
          </p:cNvSpPr>
          <p:nvPr>
            <p:ph type="dt" sz="half" idx="10"/>
          </p:nvPr>
        </p:nvSpPr>
        <p:spPr>
          <a:xfrm>
            <a:off x="-950757" y="6292839"/>
            <a:ext cx="2916711" cy="329810"/>
          </a:xfrm>
        </p:spPr>
        <p:txBody>
          <a:bodyPr/>
          <a:lstStyle/>
          <a:p>
            <a:fld id="{58DCAF1C-1602-43ED-A78B-D90E1BF551C3}" type="datetime5">
              <a:rPr lang="en-GB" smtClean="0"/>
              <a:t>2-May-26</a:t>
            </a:fld>
            <a:endParaRPr lang="en-GB"/>
          </a:p>
        </p:txBody>
      </p:sp>
      <p:sp>
        <p:nvSpPr>
          <p:cNvPr id="5" name="Footer Placeholder 4">
            <a:extLst>
              <a:ext uri="{FF2B5EF4-FFF2-40B4-BE49-F238E27FC236}">
                <a16:creationId xmlns:a16="http://schemas.microsoft.com/office/drawing/2014/main" id="{A233977C-CA20-688A-7CA2-5290FB012089}"/>
              </a:ext>
            </a:extLst>
          </p:cNvPr>
          <p:cNvSpPr>
            <a:spLocks noGrp="1"/>
          </p:cNvSpPr>
          <p:nvPr>
            <p:ph type="ftr" sz="quarter" idx="11"/>
          </p:nvPr>
        </p:nvSpPr>
        <p:spPr>
          <a:xfrm>
            <a:off x="2236696" y="6258161"/>
            <a:ext cx="4375066" cy="329810"/>
          </a:xfrm>
        </p:spPr>
        <p:txBody>
          <a:bodyPr/>
          <a:lstStyle/>
          <a:p>
            <a:endParaRPr lang="en-GB" dirty="0"/>
          </a:p>
        </p:txBody>
      </p:sp>
      <p:sp>
        <p:nvSpPr>
          <p:cNvPr id="6" name="Slide Number Placeholder 5">
            <a:extLst>
              <a:ext uri="{FF2B5EF4-FFF2-40B4-BE49-F238E27FC236}">
                <a16:creationId xmlns:a16="http://schemas.microsoft.com/office/drawing/2014/main" id="{66870DAE-2F7E-5CB6-A355-31305DB7A3A7}"/>
              </a:ext>
            </a:extLst>
          </p:cNvPr>
          <p:cNvSpPr>
            <a:spLocks noGrp="1"/>
          </p:cNvSpPr>
          <p:nvPr>
            <p:ph type="sldNum" sz="quarter" idx="12"/>
          </p:nvPr>
        </p:nvSpPr>
        <p:spPr>
          <a:xfrm>
            <a:off x="7928081" y="6287102"/>
            <a:ext cx="2916711" cy="329810"/>
          </a:xfrm>
        </p:spPr>
        <p:txBody>
          <a:bodyPr/>
          <a:lstStyle/>
          <a:p>
            <a:fld id="{7CAC582C-34A3-47E8-9F28-5E4BAA2AE2BF}" type="slidenum">
              <a:rPr lang="en-GB" smtClean="0"/>
              <a:t>8</a:t>
            </a:fld>
            <a:endParaRPr lang="en-GB"/>
          </a:p>
        </p:txBody>
      </p:sp>
      <p:sp>
        <p:nvSpPr>
          <p:cNvPr id="21" name="Oval 20">
            <a:extLst>
              <a:ext uri="{FF2B5EF4-FFF2-40B4-BE49-F238E27FC236}">
                <a16:creationId xmlns:a16="http://schemas.microsoft.com/office/drawing/2014/main" id="{18E6660A-51A2-AF4C-F2F1-0A89021B7F82}"/>
              </a:ext>
            </a:extLst>
          </p:cNvPr>
          <p:cNvSpPr/>
          <p:nvPr/>
        </p:nvSpPr>
        <p:spPr>
          <a:xfrm>
            <a:off x="107576" y="1281953"/>
            <a:ext cx="1219200" cy="753035"/>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Start</a:t>
            </a:r>
          </a:p>
        </p:txBody>
      </p:sp>
      <p:cxnSp>
        <p:nvCxnSpPr>
          <p:cNvPr id="26" name="Straight Arrow Connector 25">
            <a:extLst>
              <a:ext uri="{FF2B5EF4-FFF2-40B4-BE49-F238E27FC236}">
                <a16:creationId xmlns:a16="http://schemas.microsoft.com/office/drawing/2014/main" id="{F29C72E8-0CDA-21F4-A497-4E3FDCD0C247}"/>
              </a:ext>
            </a:extLst>
          </p:cNvPr>
          <p:cNvCxnSpPr>
            <a:cxnSpLocks/>
            <a:stCxn id="21" idx="6"/>
          </p:cNvCxnSpPr>
          <p:nvPr/>
        </p:nvCxnSpPr>
        <p:spPr>
          <a:xfrm>
            <a:off x="1326776" y="1658471"/>
            <a:ext cx="53788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FD4E527D-2F25-4B33-F178-81B8C786CD86}"/>
              </a:ext>
            </a:extLst>
          </p:cNvPr>
          <p:cNvSpPr/>
          <p:nvPr/>
        </p:nvSpPr>
        <p:spPr>
          <a:xfrm>
            <a:off x="1864659" y="1281953"/>
            <a:ext cx="1559859" cy="75302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Initialise PyBullet</a:t>
            </a:r>
          </a:p>
        </p:txBody>
      </p:sp>
      <p:sp>
        <p:nvSpPr>
          <p:cNvPr id="33" name="Rectangle 32">
            <a:extLst>
              <a:ext uri="{FF2B5EF4-FFF2-40B4-BE49-F238E27FC236}">
                <a16:creationId xmlns:a16="http://schemas.microsoft.com/office/drawing/2014/main" id="{E5FF9A56-6DD1-F76A-61AD-44CF37574AD0}"/>
              </a:ext>
            </a:extLst>
          </p:cNvPr>
          <p:cNvSpPr/>
          <p:nvPr/>
        </p:nvSpPr>
        <p:spPr>
          <a:xfrm>
            <a:off x="3962401" y="1281953"/>
            <a:ext cx="1559859" cy="75302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Load plane, robot and object</a:t>
            </a:r>
          </a:p>
        </p:txBody>
      </p:sp>
      <p:cxnSp>
        <p:nvCxnSpPr>
          <p:cNvPr id="36" name="Straight Arrow Connector 35">
            <a:extLst>
              <a:ext uri="{FF2B5EF4-FFF2-40B4-BE49-F238E27FC236}">
                <a16:creationId xmlns:a16="http://schemas.microsoft.com/office/drawing/2014/main" id="{23260E60-A8CE-92E1-383D-EB3FDBCE9706}"/>
              </a:ext>
            </a:extLst>
          </p:cNvPr>
          <p:cNvCxnSpPr>
            <a:stCxn id="31" idx="3"/>
            <a:endCxn id="33" idx="1"/>
          </p:cNvCxnSpPr>
          <p:nvPr/>
        </p:nvCxnSpPr>
        <p:spPr>
          <a:xfrm>
            <a:off x="3424518" y="1658465"/>
            <a:ext cx="53788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7C175010-69F4-89E1-31FF-046F9533A5FC}"/>
              </a:ext>
            </a:extLst>
          </p:cNvPr>
          <p:cNvSpPr/>
          <p:nvPr/>
        </p:nvSpPr>
        <p:spPr>
          <a:xfrm>
            <a:off x="6060143" y="1281941"/>
            <a:ext cx="1389528" cy="75302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Define goal position</a:t>
            </a:r>
          </a:p>
        </p:txBody>
      </p:sp>
      <p:cxnSp>
        <p:nvCxnSpPr>
          <p:cNvPr id="39" name="Straight Arrow Connector 38">
            <a:extLst>
              <a:ext uri="{FF2B5EF4-FFF2-40B4-BE49-F238E27FC236}">
                <a16:creationId xmlns:a16="http://schemas.microsoft.com/office/drawing/2014/main" id="{6F44457F-CC91-5DB8-F695-3748BA2F927E}"/>
              </a:ext>
            </a:extLst>
          </p:cNvPr>
          <p:cNvCxnSpPr>
            <a:stCxn id="33" idx="3"/>
            <a:endCxn id="37" idx="1"/>
          </p:cNvCxnSpPr>
          <p:nvPr/>
        </p:nvCxnSpPr>
        <p:spPr>
          <a:xfrm flipV="1">
            <a:off x="5522260" y="1658453"/>
            <a:ext cx="537883" cy="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0" name="Rectangle 39">
            <a:extLst>
              <a:ext uri="{FF2B5EF4-FFF2-40B4-BE49-F238E27FC236}">
                <a16:creationId xmlns:a16="http://schemas.microsoft.com/office/drawing/2014/main" id="{A3646B6D-1722-4A25-8C43-EDBAD2D9F63A}"/>
              </a:ext>
            </a:extLst>
          </p:cNvPr>
          <p:cNvSpPr/>
          <p:nvPr/>
        </p:nvSpPr>
        <p:spPr>
          <a:xfrm>
            <a:off x="7928081" y="1281941"/>
            <a:ext cx="1511754" cy="75302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Define end effector index</a:t>
            </a:r>
          </a:p>
        </p:txBody>
      </p:sp>
      <p:cxnSp>
        <p:nvCxnSpPr>
          <p:cNvPr id="42" name="Straight Arrow Connector 41">
            <a:extLst>
              <a:ext uri="{FF2B5EF4-FFF2-40B4-BE49-F238E27FC236}">
                <a16:creationId xmlns:a16="http://schemas.microsoft.com/office/drawing/2014/main" id="{424ADDCF-3383-C280-F816-2EF0DDD5D04B}"/>
              </a:ext>
            </a:extLst>
          </p:cNvPr>
          <p:cNvCxnSpPr>
            <a:stCxn id="37" idx="3"/>
            <a:endCxn id="40" idx="1"/>
          </p:cNvCxnSpPr>
          <p:nvPr/>
        </p:nvCxnSpPr>
        <p:spPr>
          <a:xfrm>
            <a:off x="7449671" y="1658453"/>
            <a:ext cx="47841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4" name="Rectangle 43">
            <a:extLst>
              <a:ext uri="{FF2B5EF4-FFF2-40B4-BE49-F238E27FC236}">
                <a16:creationId xmlns:a16="http://schemas.microsoft.com/office/drawing/2014/main" id="{F2F0AEE7-C510-EBF5-2D6E-4D30D2EE4BC8}"/>
              </a:ext>
            </a:extLst>
          </p:cNvPr>
          <p:cNvSpPr/>
          <p:nvPr/>
        </p:nvSpPr>
        <p:spPr>
          <a:xfrm>
            <a:off x="9870141" y="1281941"/>
            <a:ext cx="1511754" cy="75302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Define grid and size resolution</a:t>
            </a:r>
          </a:p>
        </p:txBody>
      </p:sp>
      <p:cxnSp>
        <p:nvCxnSpPr>
          <p:cNvPr id="46" name="Straight Arrow Connector 45">
            <a:extLst>
              <a:ext uri="{FF2B5EF4-FFF2-40B4-BE49-F238E27FC236}">
                <a16:creationId xmlns:a16="http://schemas.microsoft.com/office/drawing/2014/main" id="{1C030418-62FB-DFE9-9B30-C401205AE2D8}"/>
              </a:ext>
            </a:extLst>
          </p:cNvPr>
          <p:cNvCxnSpPr>
            <a:stCxn id="40" idx="3"/>
            <a:endCxn id="44" idx="1"/>
          </p:cNvCxnSpPr>
          <p:nvPr/>
        </p:nvCxnSpPr>
        <p:spPr>
          <a:xfrm>
            <a:off x="9439835" y="1658453"/>
            <a:ext cx="43030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6DA66AE2-DA22-1537-D5F3-DD221913E173}"/>
              </a:ext>
            </a:extLst>
          </p:cNvPr>
          <p:cNvCxnSpPr>
            <a:stCxn id="44" idx="2"/>
          </p:cNvCxnSpPr>
          <p:nvPr/>
        </p:nvCxnSpPr>
        <p:spPr>
          <a:xfrm flipH="1">
            <a:off x="10623176" y="2034964"/>
            <a:ext cx="2842" cy="394471"/>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30F7DA62-2472-437C-28DA-8475BE54ED26}"/>
              </a:ext>
            </a:extLst>
          </p:cNvPr>
          <p:cNvCxnSpPr>
            <a:cxnSpLocks/>
          </p:cNvCxnSpPr>
          <p:nvPr/>
        </p:nvCxnSpPr>
        <p:spPr>
          <a:xfrm flipV="1">
            <a:off x="10300447" y="2429435"/>
            <a:ext cx="1081448" cy="8965"/>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DAD1EC57-AF43-A216-DB91-ACDD83A579F8}"/>
              </a:ext>
            </a:extLst>
          </p:cNvPr>
          <p:cNvCxnSpPr/>
          <p:nvPr/>
        </p:nvCxnSpPr>
        <p:spPr>
          <a:xfrm>
            <a:off x="10300447" y="2429435"/>
            <a:ext cx="0" cy="4930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706B726A-378B-99FA-3742-E7FFF53A40E4}"/>
              </a:ext>
            </a:extLst>
          </p:cNvPr>
          <p:cNvCxnSpPr/>
          <p:nvPr/>
        </p:nvCxnSpPr>
        <p:spPr>
          <a:xfrm>
            <a:off x="11381896" y="2438400"/>
            <a:ext cx="0" cy="4840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7" name="Rectangle 56">
            <a:extLst>
              <a:ext uri="{FF2B5EF4-FFF2-40B4-BE49-F238E27FC236}">
                <a16:creationId xmlns:a16="http://schemas.microsoft.com/office/drawing/2014/main" id="{563662CA-F509-821E-EA3D-F3B8CA58A5E6}"/>
              </a:ext>
            </a:extLst>
          </p:cNvPr>
          <p:cNvSpPr/>
          <p:nvPr/>
        </p:nvSpPr>
        <p:spPr>
          <a:xfrm>
            <a:off x="9663952" y="2913528"/>
            <a:ext cx="1255060" cy="103094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Add</a:t>
            </a:r>
          </a:p>
          <a:p>
            <a:pPr algn="ctr"/>
            <a:r>
              <a:rPr lang="en-IN" dirty="0"/>
              <a:t>Obstacles to simulation </a:t>
            </a:r>
          </a:p>
        </p:txBody>
      </p:sp>
      <p:cxnSp>
        <p:nvCxnSpPr>
          <p:cNvPr id="67" name="Straight Arrow Connector 66">
            <a:extLst>
              <a:ext uri="{FF2B5EF4-FFF2-40B4-BE49-F238E27FC236}">
                <a16:creationId xmlns:a16="http://schemas.microsoft.com/office/drawing/2014/main" id="{9C7F8439-CA4D-110B-3911-1D2FB65E6E77}"/>
              </a:ext>
            </a:extLst>
          </p:cNvPr>
          <p:cNvCxnSpPr>
            <a:stCxn id="57" idx="1"/>
          </p:cNvCxnSpPr>
          <p:nvPr/>
        </p:nvCxnSpPr>
        <p:spPr>
          <a:xfrm flipH="1">
            <a:off x="8875059" y="3429000"/>
            <a:ext cx="78889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8" name="Rectangle 67">
            <a:extLst>
              <a:ext uri="{FF2B5EF4-FFF2-40B4-BE49-F238E27FC236}">
                <a16:creationId xmlns:a16="http://schemas.microsoft.com/office/drawing/2014/main" id="{6AB5603D-3738-81ED-61AD-D60C259B2E2B}"/>
              </a:ext>
            </a:extLst>
          </p:cNvPr>
          <p:cNvSpPr/>
          <p:nvPr/>
        </p:nvSpPr>
        <p:spPr>
          <a:xfrm>
            <a:off x="7261413" y="2991527"/>
            <a:ext cx="1613646" cy="90543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Visualise grid</a:t>
            </a:r>
          </a:p>
        </p:txBody>
      </p:sp>
      <p:sp>
        <p:nvSpPr>
          <p:cNvPr id="69" name="Rectangle 68">
            <a:extLst>
              <a:ext uri="{FF2B5EF4-FFF2-40B4-BE49-F238E27FC236}">
                <a16:creationId xmlns:a16="http://schemas.microsoft.com/office/drawing/2014/main" id="{7646AC0A-A684-71CD-A05E-B5DD3B9B5433}"/>
              </a:ext>
            </a:extLst>
          </p:cNvPr>
          <p:cNvSpPr/>
          <p:nvPr/>
        </p:nvSpPr>
        <p:spPr>
          <a:xfrm>
            <a:off x="11089330" y="2922494"/>
            <a:ext cx="1081448" cy="103990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A* pathfinding</a:t>
            </a:r>
          </a:p>
        </p:txBody>
      </p:sp>
      <p:cxnSp>
        <p:nvCxnSpPr>
          <p:cNvPr id="71" name="Straight Arrow Connector 70">
            <a:extLst>
              <a:ext uri="{FF2B5EF4-FFF2-40B4-BE49-F238E27FC236}">
                <a16:creationId xmlns:a16="http://schemas.microsoft.com/office/drawing/2014/main" id="{F8CA2A76-90B0-926B-496C-43C68AB79A6E}"/>
              </a:ext>
            </a:extLst>
          </p:cNvPr>
          <p:cNvCxnSpPr>
            <a:cxnSpLocks/>
          </p:cNvCxnSpPr>
          <p:nvPr/>
        </p:nvCxnSpPr>
        <p:spPr>
          <a:xfrm>
            <a:off x="11531442" y="3962401"/>
            <a:ext cx="6134" cy="6095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C4DA9564-9FC4-D8D9-E3E5-DD5DD5149613}"/>
              </a:ext>
            </a:extLst>
          </p:cNvPr>
          <p:cNvCxnSpPr>
            <a:cxnSpLocks/>
            <a:stCxn id="85" idx="1"/>
          </p:cNvCxnSpPr>
          <p:nvPr/>
        </p:nvCxnSpPr>
        <p:spPr>
          <a:xfrm flipH="1">
            <a:off x="9135034" y="5288723"/>
            <a:ext cx="1488142" cy="161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5" name="Rectangle 84">
            <a:extLst>
              <a:ext uri="{FF2B5EF4-FFF2-40B4-BE49-F238E27FC236}">
                <a16:creationId xmlns:a16="http://schemas.microsoft.com/office/drawing/2014/main" id="{4466AF60-FEBA-BBF2-A637-F0A5873E77CB}"/>
              </a:ext>
            </a:extLst>
          </p:cNvPr>
          <p:cNvSpPr/>
          <p:nvPr/>
        </p:nvSpPr>
        <p:spPr>
          <a:xfrm>
            <a:off x="10623176" y="4634755"/>
            <a:ext cx="1562690" cy="130793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Initialise open set(while not empty)</a:t>
            </a:r>
          </a:p>
        </p:txBody>
      </p:sp>
      <p:sp>
        <p:nvSpPr>
          <p:cNvPr id="86" name="Flowchart: Decision 85">
            <a:extLst>
              <a:ext uri="{FF2B5EF4-FFF2-40B4-BE49-F238E27FC236}">
                <a16:creationId xmlns:a16="http://schemas.microsoft.com/office/drawing/2014/main" id="{3A8247E6-080D-D688-07A8-3BFFB4284FA8}"/>
              </a:ext>
            </a:extLst>
          </p:cNvPr>
          <p:cNvSpPr/>
          <p:nvPr/>
        </p:nvSpPr>
        <p:spPr>
          <a:xfrm>
            <a:off x="6893860" y="4516555"/>
            <a:ext cx="2297793" cy="1566884"/>
          </a:xfrm>
          <a:prstGeom prst="flowChartDecision">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Check the current node for goal node</a:t>
            </a:r>
          </a:p>
        </p:txBody>
      </p:sp>
      <p:cxnSp>
        <p:nvCxnSpPr>
          <p:cNvPr id="89" name="Straight Arrow Connector 88">
            <a:extLst>
              <a:ext uri="{FF2B5EF4-FFF2-40B4-BE49-F238E27FC236}">
                <a16:creationId xmlns:a16="http://schemas.microsoft.com/office/drawing/2014/main" id="{6E20898A-BE4F-FA4D-5DCF-661E789BC1BB}"/>
              </a:ext>
            </a:extLst>
          </p:cNvPr>
          <p:cNvCxnSpPr/>
          <p:nvPr/>
        </p:nvCxnSpPr>
        <p:spPr>
          <a:xfrm flipH="1">
            <a:off x="5791201" y="4893065"/>
            <a:ext cx="165847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1" name="Straight Arrow Connector 90">
            <a:extLst>
              <a:ext uri="{FF2B5EF4-FFF2-40B4-BE49-F238E27FC236}">
                <a16:creationId xmlns:a16="http://schemas.microsoft.com/office/drawing/2014/main" id="{B2EB0AC7-ACD1-19B4-A4A8-76D3364AF2A3}"/>
              </a:ext>
            </a:extLst>
          </p:cNvPr>
          <p:cNvCxnSpPr/>
          <p:nvPr/>
        </p:nvCxnSpPr>
        <p:spPr>
          <a:xfrm flipH="1">
            <a:off x="6096000" y="5783634"/>
            <a:ext cx="156882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2" name="Rectangle 91">
            <a:extLst>
              <a:ext uri="{FF2B5EF4-FFF2-40B4-BE49-F238E27FC236}">
                <a16:creationId xmlns:a16="http://schemas.microsoft.com/office/drawing/2014/main" id="{C410E30B-3D91-A59B-2ABF-C2F5C5AF98EA}"/>
              </a:ext>
            </a:extLst>
          </p:cNvPr>
          <p:cNvSpPr/>
          <p:nvPr/>
        </p:nvSpPr>
        <p:spPr>
          <a:xfrm>
            <a:off x="4347882" y="4446493"/>
            <a:ext cx="1481535" cy="84222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Reconstruct path</a:t>
            </a:r>
          </a:p>
        </p:txBody>
      </p:sp>
      <p:cxnSp>
        <p:nvCxnSpPr>
          <p:cNvPr id="94" name="Straight Arrow Connector 93">
            <a:extLst>
              <a:ext uri="{FF2B5EF4-FFF2-40B4-BE49-F238E27FC236}">
                <a16:creationId xmlns:a16="http://schemas.microsoft.com/office/drawing/2014/main" id="{68A7426F-A224-0596-F6AD-93A2BDAC1FAC}"/>
              </a:ext>
            </a:extLst>
          </p:cNvPr>
          <p:cNvCxnSpPr>
            <a:cxnSpLocks/>
          </p:cNvCxnSpPr>
          <p:nvPr/>
        </p:nvCxnSpPr>
        <p:spPr>
          <a:xfrm flipH="1">
            <a:off x="3756212" y="4803418"/>
            <a:ext cx="59167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6" name="Rectangle 95">
            <a:extLst>
              <a:ext uri="{FF2B5EF4-FFF2-40B4-BE49-F238E27FC236}">
                <a16:creationId xmlns:a16="http://schemas.microsoft.com/office/drawing/2014/main" id="{78E2B21D-B50C-BFE4-F2AE-468F637BE872}"/>
              </a:ext>
            </a:extLst>
          </p:cNvPr>
          <p:cNvSpPr/>
          <p:nvPr/>
        </p:nvSpPr>
        <p:spPr>
          <a:xfrm>
            <a:off x="2324689" y="4490188"/>
            <a:ext cx="1514367" cy="81466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Plan path with retries</a:t>
            </a:r>
          </a:p>
        </p:txBody>
      </p:sp>
      <p:cxnSp>
        <p:nvCxnSpPr>
          <p:cNvPr id="106" name="Straight Connector 105">
            <a:extLst>
              <a:ext uri="{FF2B5EF4-FFF2-40B4-BE49-F238E27FC236}">
                <a16:creationId xmlns:a16="http://schemas.microsoft.com/office/drawing/2014/main" id="{63F0D7D9-C423-9D92-E851-C3F85CE26B1D}"/>
              </a:ext>
            </a:extLst>
          </p:cNvPr>
          <p:cNvCxnSpPr/>
          <p:nvPr/>
        </p:nvCxnSpPr>
        <p:spPr>
          <a:xfrm flipH="1">
            <a:off x="1870026" y="4497355"/>
            <a:ext cx="48565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7021D6ED-9841-1B8C-F3E9-53D86A048767}"/>
              </a:ext>
            </a:extLst>
          </p:cNvPr>
          <p:cNvCxnSpPr>
            <a:cxnSpLocks/>
          </p:cNvCxnSpPr>
          <p:nvPr/>
        </p:nvCxnSpPr>
        <p:spPr>
          <a:xfrm>
            <a:off x="1864659" y="3290047"/>
            <a:ext cx="0" cy="122650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0" name="Straight Arrow Connector 109">
            <a:extLst>
              <a:ext uri="{FF2B5EF4-FFF2-40B4-BE49-F238E27FC236}">
                <a16:creationId xmlns:a16="http://schemas.microsoft.com/office/drawing/2014/main" id="{CFC1ED84-026B-FF8F-FA60-262E26963A45}"/>
              </a:ext>
            </a:extLst>
          </p:cNvPr>
          <p:cNvCxnSpPr>
            <a:cxnSpLocks/>
          </p:cNvCxnSpPr>
          <p:nvPr/>
        </p:nvCxnSpPr>
        <p:spPr>
          <a:xfrm>
            <a:off x="1864659" y="3290047"/>
            <a:ext cx="539675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1" name="Rectangle 110">
            <a:extLst>
              <a:ext uri="{FF2B5EF4-FFF2-40B4-BE49-F238E27FC236}">
                <a16:creationId xmlns:a16="http://schemas.microsoft.com/office/drawing/2014/main" id="{FB4DE3B9-A557-86C2-9470-62FBE9BC26D2}"/>
              </a:ext>
            </a:extLst>
          </p:cNvPr>
          <p:cNvSpPr/>
          <p:nvPr/>
        </p:nvSpPr>
        <p:spPr>
          <a:xfrm>
            <a:off x="355865" y="4516555"/>
            <a:ext cx="1098669" cy="75303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No path found message</a:t>
            </a:r>
          </a:p>
        </p:txBody>
      </p:sp>
      <p:cxnSp>
        <p:nvCxnSpPr>
          <p:cNvPr id="119" name="Straight Arrow Connector 118">
            <a:extLst>
              <a:ext uri="{FF2B5EF4-FFF2-40B4-BE49-F238E27FC236}">
                <a16:creationId xmlns:a16="http://schemas.microsoft.com/office/drawing/2014/main" id="{7CC5A788-297C-7AAB-9CD9-85910A0BD714}"/>
              </a:ext>
            </a:extLst>
          </p:cNvPr>
          <p:cNvCxnSpPr>
            <a:cxnSpLocks/>
            <a:stCxn id="96" idx="1"/>
            <a:endCxn id="111" idx="3"/>
          </p:cNvCxnSpPr>
          <p:nvPr/>
        </p:nvCxnSpPr>
        <p:spPr>
          <a:xfrm flipH="1" flipV="1">
            <a:off x="1454534" y="4893072"/>
            <a:ext cx="870155" cy="44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8" name="Straight Arrow Connector 127">
            <a:extLst>
              <a:ext uri="{FF2B5EF4-FFF2-40B4-BE49-F238E27FC236}">
                <a16:creationId xmlns:a16="http://schemas.microsoft.com/office/drawing/2014/main" id="{4DE5E431-1681-3091-8AE0-E84DC3993CFA}"/>
              </a:ext>
            </a:extLst>
          </p:cNvPr>
          <p:cNvCxnSpPr>
            <a:cxnSpLocks/>
          </p:cNvCxnSpPr>
          <p:nvPr/>
        </p:nvCxnSpPr>
        <p:spPr>
          <a:xfrm>
            <a:off x="2319323" y="5304854"/>
            <a:ext cx="0" cy="3957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0" name="Rectangle 129">
            <a:extLst>
              <a:ext uri="{FF2B5EF4-FFF2-40B4-BE49-F238E27FC236}">
                <a16:creationId xmlns:a16="http://schemas.microsoft.com/office/drawing/2014/main" id="{4C6B8218-39CB-7CFF-D5CD-2D2AB0748332}"/>
              </a:ext>
            </a:extLst>
          </p:cNvPr>
          <p:cNvSpPr/>
          <p:nvPr/>
        </p:nvSpPr>
        <p:spPr>
          <a:xfrm>
            <a:off x="1685368" y="5667506"/>
            <a:ext cx="1293600" cy="58620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Move the robot</a:t>
            </a:r>
          </a:p>
        </p:txBody>
      </p:sp>
      <p:cxnSp>
        <p:nvCxnSpPr>
          <p:cNvPr id="132" name="Straight Arrow Connector 131">
            <a:extLst>
              <a:ext uri="{FF2B5EF4-FFF2-40B4-BE49-F238E27FC236}">
                <a16:creationId xmlns:a16="http://schemas.microsoft.com/office/drawing/2014/main" id="{F81D19D5-1730-77B9-0937-5E2318D4D549}"/>
              </a:ext>
            </a:extLst>
          </p:cNvPr>
          <p:cNvCxnSpPr>
            <a:stCxn id="130" idx="1"/>
          </p:cNvCxnSpPr>
          <p:nvPr/>
        </p:nvCxnSpPr>
        <p:spPr>
          <a:xfrm flipH="1" flipV="1">
            <a:off x="1326776" y="5952098"/>
            <a:ext cx="358592" cy="85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3" name="Rectangle 132">
            <a:extLst>
              <a:ext uri="{FF2B5EF4-FFF2-40B4-BE49-F238E27FC236}">
                <a16:creationId xmlns:a16="http://schemas.microsoft.com/office/drawing/2014/main" id="{FA8B2D9F-3C67-23A6-2846-E7860A2C147B}"/>
              </a:ext>
            </a:extLst>
          </p:cNvPr>
          <p:cNvSpPr/>
          <p:nvPr/>
        </p:nvSpPr>
        <p:spPr>
          <a:xfrm>
            <a:off x="248539" y="5601817"/>
            <a:ext cx="1098669" cy="6852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Place the object</a:t>
            </a:r>
          </a:p>
        </p:txBody>
      </p:sp>
      <p:sp>
        <p:nvSpPr>
          <p:cNvPr id="134" name="Rectangle 133">
            <a:extLst>
              <a:ext uri="{FF2B5EF4-FFF2-40B4-BE49-F238E27FC236}">
                <a16:creationId xmlns:a16="http://schemas.microsoft.com/office/drawing/2014/main" id="{E2B43073-90B8-DF2B-739E-C1A9B0529295}"/>
              </a:ext>
            </a:extLst>
          </p:cNvPr>
          <p:cNvSpPr/>
          <p:nvPr/>
        </p:nvSpPr>
        <p:spPr>
          <a:xfrm>
            <a:off x="4820491" y="5417547"/>
            <a:ext cx="1293600" cy="74998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Get neighbours</a:t>
            </a:r>
          </a:p>
        </p:txBody>
      </p:sp>
      <p:cxnSp>
        <p:nvCxnSpPr>
          <p:cNvPr id="136" name="Straight Arrow Connector 135">
            <a:extLst>
              <a:ext uri="{FF2B5EF4-FFF2-40B4-BE49-F238E27FC236}">
                <a16:creationId xmlns:a16="http://schemas.microsoft.com/office/drawing/2014/main" id="{1478B0DC-3730-06FC-9E27-255905108E82}"/>
              </a:ext>
            </a:extLst>
          </p:cNvPr>
          <p:cNvCxnSpPr>
            <a:cxnSpLocks/>
            <a:stCxn id="134" idx="1"/>
          </p:cNvCxnSpPr>
          <p:nvPr/>
        </p:nvCxnSpPr>
        <p:spPr>
          <a:xfrm flipH="1" flipV="1">
            <a:off x="4276656" y="5790603"/>
            <a:ext cx="543835" cy="19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9" name="Rectangle 138">
            <a:extLst>
              <a:ext uri="{FF2B5EF4-FFF2-40B4-BE49-F238E27FC236}">
                <a16:creationId xmlns:a16="http://schemas.microsoft.com/office/drawing/2014/main" id="{5D7F12C5-A480-3968-34C7-E032ABE07BB3}"/>
              </a:ext>
            </a:extLst>
          </p:cNvPr>
          <p:cNvSpPr/>
          <p:nvPr/>
        </p:nvSpPr>
        <p:spPr>
          <a:xfrm>
            <a:off x="3188731" y="5486399"/>
            <a:ext cx="1065744" cy="65906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1200" dirty="0"/>
              <a:t>Check obstacles and update</a:t>
            </a:r>
          </a:p>
        </p:txBody>
      </p:sp>
      <p:cxnSp>
        <p:nvCxnSpPr>
          <p:cNvPr id="144" name="Straight Connector 143">
            <a:extLst>
              <a:ext uri="{FF2B5EF4-FFF2-40B4-BE49-F238E27FC236}">
                <a16:creationId xmlns:a16="http://schemas.microsoft.com/office/drawing/2014/main" id="{901CDD63-128E-5A6D-887E-A1B59589B8D5}"/>
              </a:ext>
            </a:extLst>
          </p:cNvPr>
          <p:cNvCxnSpPr>
            <a:stCxn id="139" idx="2"/>
          </p:cNvCxnSpPr>
          <p:nvPr/>
        </p:nvCxnSpPr>
        <p:spPr>
          <a:xfrm>
            <a:off x="3721603" y="6145468"/>
            <a:ext cx="0" cy="108246"/>
          </a:xfrm>
          <a:prstGeom prst="line">
            <a:avLst/>
          </a:prstGeom>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E817AFFE-092D-850B-1DB9-1C6C155A50BF}"/>
              </a:ext>
            </a:extLst>
          </p:cNvPr>
          <p:cNvCxnSpPr/>
          <p:nvPr/>
        </p:nvCxnSpPr>
        <p:spPr>
          <a:xfrm flipV="1">
            <a:off x="3721603" y="6167531"/>
            <a:ext cx="7809839" cy="119571"/>
          </a:xfrm>
          <a:prstGeom prst="line">
            <a:avLst/>
          </a:prstGeom>
        </p:spPr>
        <p:style>
          <a:lnRef idx="1">
            <a:schemeClr val="accent1"/>
          </a:lnRef>
          <a:fillRef idx="0">
            <a:schemeClr val="accent1"/>
          </a:fillRef>
          <a:effectRef idx="0">
            <a:schemeClr val="accent1"/>
          </a:effectRef>
          <a:fontRef idx="minor">
            <a:schemeClr val="tx1"/>
          </a:fontRef>
        </p:style>
      </p:cxnSp>
      <p:cxnSp>
        <p:nvCxnSpPr>
          <p:cNvPr id="148" name="Straight Arrow Connector 147">
            <a:extLst>
              <a:ext uri="{FF2B5EF4-FFF2-40B4-BE49-F238E27FC236}">
                <a16:creationId xmlns:a16="http://schemas.microsoft.com/office/drawing/2014/main" id="{A1F90746-36D7-0926-D360-7AAF3F808480}"/>
              </a:ext>
            </a:extLst>
          </p:cNvPr>
          <p:cNvCxnSpPr/>
          <p:nvPr/>
        </p:nvCxnSpPr>
        <p:spPr>
          <a:xfrm flipV="1">
            <a:off x="11531442" y="5958822"/>
            <a:ext cx="0" cy="2052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12472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48436-F37A-6B47-DAFF-D52A5C073913}"/>
              </a:ext>
            </a:extLst>
          </p:cNvPr>
          <p:cNvSpPr>
            <a:spLocks noGrp="1"/>
          </p:cNvSpPr>
          <p:nvPr>
            <p:ph type="title"/>
          </p:nvPr>
        </p:nvSpPr>
        <p:spPr/>
        <p:txBody>
          <a:bodyPr/>
          <a:lstStyle/>
          <a:p>
            <a:r>
              <a:rPr lang="en-IN" i="1" dirty="0"/>
              <a:t>CONCLUSION</a:t>
            </a:r>
          </a:p>
        </p:txBody>
      </p:sp>
      <p:sp>
        <p:nvSpPr>
          <p:cNvPr id="3" name="Content Placeholder 2">
            <a:extLst>
              <a:ext uri="{FF2B5EF4-FFF2-40B4-BE49-F238E27FC236}">
                <a16:creationId xmlns:a16="http://schemas.microsoft.com/office/drawing/2014/main" id="{8B12D289-8E6B-5495-EE00-612336A3B79C}"/>
              </a:ext>
            </a:extLst>
          </p:cNvPr>
          <p:cNvSpPr>
            <a:spLocks noGrp="1"/>
          </p:cNvSpPr>
          <p:nvPr>
            <p:ph idx="1"/>
          </p:nvPr>
        </p:nvSpPr>
        <p:spPr/>
        <p:txBody>
          <a:bodyPr/>
          <a:lstStyle/>
          <a:p>
            <a:pPr marL="0" indent="0">
              <a:buNone/>
            </a:pPr>
            <a:r>
              <a:rPr lang="en-US" dirty="0"/>
              <a:t>               The digital twin-based pick-and-place system demonstrated the effectiveness of using simulation to improve the accuracy, efficiency, and safety of robotic manipulator tasks. Through virtual testing and path planning, the digital twin enabled real-time adjustments and optimal performance, reducing costs and minimizing physical risks associated with traditional prototyping. The project highlighted the feasibility of using digital twins in complex robotics applications, proving valuable for real-world deployments in manufacturing, logistics, and automation.</a:t>
            </a:r>
            <a:endParaRPr lang="en-IN" dirty="0"/>
          </a:p>
        </p:txBody>
      </p:sp>
      <p:sp>
        <p:nvSpPr>
          <p:cNvPr id="4" name="Date Placeholder 3">
            <a:extLst>
              <a:ext uri="{FF2B5EF4-FFF2-40B4-BE49-F238E27FC236}">
                <a16:creationId xmlns:a16="http://schemas.microsoft.com/office/drawing/2014/main" id="{01910EC1-7D65-95EF-5B19-8C64EA60310C}"/>
              </a:ext>
            </a:extLst>
          </p:cNvPr>
          <p:cNvSpPr>
            <a:spLocks noGrp="1"/>
          </p:cNvSpPr>
          <p:nvPr>
            <p:ph type="dt" sz="half" idx="10"/>
          </p:nvPr>
        </p:nvSpPr>
        <p:spPr/>
        <p:txBody>
          <a:bodyPr/>
          <a:lstStyle/>
          <a:p>
            <a:fld id="{58DCAF1C-1602-43ED-A78B-D90E1BF551C3}" type="datetime5">
              <a:rPr lang="en-GB" smtClean="0"/>
              <a:t>2-May-26</a:t>
            </a:fld>
            <a:endParaRPr lang="en-GB"/>
          </a:p>
        </p:txBody>
      </p:sp>
      <p:sp>
        <p:nvSpPr>
          <p:cNvPr id="5" name="Footer Placeholder 4">
            <a:extLst>
              <a:ext uri="{FF2B5EF4-FFF2-40B4-BE49-F238E27FC236}">
                <a16:creationId xmlns:a16="http://schemas.microsoft.com/office/drawing/2014/main" id="{F7119860-9318-5438-3E05-8DC58358BAA2}"/>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E27FABFD-A342-F5E1-B4C6-85C6C93E4613}"/>
              </a:ext>
            </a:extLst>
          </p:cNvPr>
          <p:cNvSpPr>
            <a:spLocks noGrp="1"/>
          </p:cNvSpPr>
          <p:nvPr>
            <p:ph type="sldNum" sz="quarter" idx="12"/>
          </p:nvPr>
        </p:nvSpPr>
        <p:spPr/>
        <p:txBody>
          <a:bodyPr/>
          <a:lstStyle/>
          <a:p>
            <a:fld id="{7CAC582C-34A3-47E8-9F28-5E4BAA2AE2BF}" type="slidenum">
              <a:rPr lang="en-GB" smtClean="0"/>
              <a:t>9</a:t>
            </a:fld>
            <a:endParaRPr lang="en-GB"/>
          </a:p>
        </p:txBody>
      </p:sp>
    </p:spTree>
    <p:extLst>
      <p:ext uri="{BB962C8B-B14F-4D97-AF65-F5344CB8AC3E}">
        <p14:creationId xmlns:p14="http://schemas.microsoft.com/office/powerpoint/2010/main" val="20569681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D5C89-0907-5631-0B6B-67034F0E2823}"/>
              </a:ext>
            </a:extLst>
          </p:cNvPr>
          <p:cNvSpPr>
            <a:spLocks noGrp="1"/>
          </p:cNvSpPr>
          <p:nvPr>
            <p:ph type="title"/>
          </p:nvPr>
        </p:nvSpPr>
        <p:spPr/>
        <p:txBody>
          <a:bodyPr/>
          <a:lstStyle/>
          <a:p>
            <a:r>
              <a:rPr lang="en-IN" i="1" dirty="0"/>
              <a:t>FUTURE SCOPE</a:t>
            </a:r>
          </a:p>
        </p:txBody>
      </p:sp>
      <p:sp>
        <p:nvSpPr>
          <p:cNvPr id="3" name="Content Placeholder 2">
            <a:extLst>
              <a:ext uri="{FF2B5EF4-FFF2-40B4-BE49-F238E27FC236}">
                <a16:creationId xmlns:a16="http://schemas.microsoft.com/office/drawing/2014/main" id="{9C168300-8802-EC85-9733-FB3118F85CAF}"/>
              </a:ext>
            </a:extLst>
          </p:cNvPr>
          <p:cNvSpPr>
            <a:spLocks noGrp="1"/>
          </p:cNvSpPr>
          <p:nvPr>
            <p:ph idx="1"/>
          </p:nvPr>
        </p:nvSpPr>
        <p:spPr/>
        <p:txBody>
          <a:bodyPr>
            <a:normAutofit lnSpcReduction="10000"/>
          </a:bodyPr>
          <a:lstStyle/>
          <a:p>
            <a:r>
              <a:rPr lang="en-US" b="1" dirty="0"/>
              <a:t>Integration with Machine Learning</a:t>
            </a:r>
            <a:r>
              <a:rPr lang="en-US" dirty="0"/>
              <a:t>: Future work could involve integrating machine learning algorithms to enhance adaptive control and decision-making, allowing the manipulator to refine pick-and-place tasks autonomously based on real-time feedback and environment changes.</a:t>
            </a:r>
          </a:p>
          <a:p>
            <a:r>
              <a:rPr lang="en-US" b="1" dirty="0"/>
              <a:t>Real-Time Synchronization with Physical Twin</a:t>
            </a:r>
            <a:r>
              <a:rPr lang="en-US" dirty="0"/>
              <a:t>: Expanding the digital twin to synchronize in real time with a physical manipulator would allow for seamless monitoring, enabling predictive maintenance, faster troubleshooting, and enhanced overall system reliability.</a:t>
            </a:r>
          </a:p>
          <a:p>
            <a:r>
              <a:rPr lang="en-US" b="1" dirty="0"/>
              <a:t>Augmented Reality (AR) Interfaces</a:t>
            </a:r>
            <a:r>
              <a:rPr lang="en-US" dirty="0"/>
              <a:t>: AR could be used to visualize the digital twin alongside the physical system, providing operators with a more intuitive way to monitor, control, and debug robotic tasks.</a:t>
            </a:r>
            <a:endParaRPr lang="en-IN" dirty="0"/>
          </a:p>
        </p:txBody>
      </p:sp>
      <p:sp>
        <p:nvSpPr>
          <p:cNvPr id="4" name="Date Placeholder 3">
            <a:extLst>
              <a:ext uri="{FF2B5EF4-FFF2-40B4-BE49-F238E27FC236}">
                <a16:creationId xmlns:a16="http://schemas.microsoft.com/office/drawing/2014/main" id="{3CFE8DE1-8D1A-902A-1AEF-95E5AB50E5EB}"/>
              </a:ext>
            </a:extLst>
          </p:cNvPr>
          <p:cNvSpPr>
            <a:spLocks noGrp="1"/>
          </p:cNvSpPr>
          <p:nvPr>
            <p:ph type="dt" sz="half" idx="10"/>
          </p:nvPr>
        </p:nvSpPr>
        <p:spPr/>
        <p:txBody>
          <a:bodyPr/>
          <a:lstStyle/>
          <a:p>
            <a:fld id="{58DCAF1C-1602-43ED-A78B-D90E1BF551C3}" type="datetime5">
              <a:rPr lang="en-GB" smtClean="0"/>
              <a:t>2-May-26</a:t>
            </a:fld>
            <a:endParaRPr lang="en-GB"/>
          </a:p>
        </p:txBody>
      </p:sp>
      <p:sp>
        <p:nvSpPr>
          <p:cNvPr id="5" name="Footer Placeholder 4">
            <a:extLst>
              <a:ext uri="{FF2B5EF4-FFF2-40B4-BE49-F238E27FC236}">
                <a16:creationId xmlns:a16="http://schemas.microsoft.com/office/drawing/2014/main" id="{074A78C4-CEBF-5D92-0515-F0E2055D9113}"/>
              </a:ext>
            </a:extLst>
          </p:cNvPr>
          <p:cNvSpPr>
            <a:spLocks noGrp="1"/>
          </p:cNvSpPr>
          <p:nvPr>
            <p:ph type="ftr" sz="quarter" idx="11"/>
          </p:nvPr>
        </p:nvSpPr>
        <p:spPr/>
        <p:txBody>
          <a:bodyPr/>
          <a:lstStyle/>
          <a:p>
            <a:r>
              <a:rPr lang="en-GB"/>
              <a:t>Research Credit Project - Zeroth Review</a:t>
            </a:r>
            <a:endParaRPr lang="en-GB" dirty="0"/>
          </a:p>
        </p:txBody>
      </p:sp>
      <p:sp>
        <p:nvSpPr>
          <p:cNvPr id="6" name="Slide Number Placeholder 5">
            <a:extLst>
              <a:ext uri="{FF2B5EF4-FFF2-40B4-BE49-F238E27FC236}">
                <a16:creationId xmlns:a16="http://schemas.microsoft.com/office/drawing/2014/main" id="{95569171-D510-4C5C-7EC7-4163E781630F}"/>
              </a:ext>
            </a:extLst>
          </p:cNvPr>
          <p:cNvSpPr>
            <a:spLocks noGrp="1"/>
          </p:cNvSpPr>
          <p:nvPr>
            <p:ph type="sldNum" sz="quarter" idx="12"/>
          </p:nvPr>
        </p:nvSpPr>
        <p:spPr/>
        <p:txBody>
          <a:bodyPr/>
          <a:lstStyle/>
          <a:p>
            <a:fld id="{7CAC582C-34A3-47E8-9F28-5E4BAA2AE2BF}" type="slidenum">
              <a:rPr lang="en-GB" smtClean="0"/>
              <a:t>10</a:t>
            </a:fld>
            <a:endParaRPr lang="en-GB"/>
          </a:p>
        </p:txBody>
      </p:sp>
    </p:spTree>
    <p:extLst>
      <p:ext uri="{BB962C8B-B14F-4D97-AF65-F5344CB8AC3E}">
        <p14:creationId xmlns:p14="http://schemas.microsoft.com/office/powerpoint/2010/main" val="39271267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8277F-935F-DBD7-6D57-E9112B1CCDAC}"/>
              </a:ext>
            </a:extLst>
          </p:cNvPr>
          <p:cNvSpPr>
            <a:spLocks noGrp="1"/>
          </p:cNvSpPr>
          <p:nvPr>
            <p:ph type="title"/>
          </p:nvPr>
        </p:nvSpPr>
        <p:spPr/>
        <p:txBody>
          <a:bodyPr/>
          <a:lstStyle/>
          <a:p>
            <a:r>
              <a:rPr lang="en-IN" i="1" dirty="0"/>
              <a:t>REFERENCES</a:t>
            </a:r>
          </a:p>
        </p:txBody>
      </p:sp>
      <p:sp>
        <p:nvSpPr>
          <p:cNvPr id="3" name="Content Placeholder 2">
            <a:extLst>
              <a:ext uri="{FF2B5EF4-FFF2-40B4-BE49-F238E27FC236}">
                <a16:creationId xmlns:a16="http://schemas.microsoft.com/office/drawing/2014/main" id="{445E5E82-1A4E-1988-2E3A-7F0ACC44C473}"/>
              </a:ext>
            </a:extLst>
          </p:cNvPr>
          <p:cNvSpPr>
            <a:spLocks noGrp="1"/>
          </p:cNvSpPr>
          <p:nvPr>
            <p:ph idx="1"/>
          </p:nvPr>
        </p:nvSpPr>
        <p:spPr/>
        <p:txBody>
          <a:bodyPr/>
          <a:lstStyle/>
          <a:p>
            <a:r>
              <a:rPr lang="en-IN" dirty="0">
                <a:hlinkClick r:id="rId2"/>
              </a:rPr>
              <a:t>https://www.sciencedirect.com/science/article/pii/S187705092400118</a:t>
            </a:r>
            <a:endParaRPr lang="en-IN" dirty="0"/>
          </a:p>
          <a:p>
            <a:endParaRPr lang="en-IN" dirty="0"/>
          </a:p>
          <a:p>
            <a:r>
              <a:rPr lang="en-IN" dirty="0">
                <a:hlinkClick r:id="rId3"/>
              </a:rPr>
              <a:t>https://ieeexplore.ieee.org/abstract/document/9812004</a:t>
            </a:r>
            <a:endParaRPr lang="en-IN" dirty="0"/>
          </a:p>
          <a:p>
            <a:endParaRPr lang="en-IN" dirty="0"/>
          </a:p>
          <a:p>
            <a:r>
              <a:rPr lang="en-IN" dirty="0">
                <a:hlinkClick r:id="rId4"/>
              </a:rPr>
              <a:t>https://arxiv.org/html/2403.13090v1</a:t>
            </a:r>
            <a:endParaRPr lang="en-IN" dirty="0"/>
          </a:p>
          <a:p>
            <a:endParaRPr lang="en-IN" dirty="0"/>
          </a:p>
          <a:p>
            <a:endParaRPr lang="en-IN" dirty="0"/>
          </a:p>
        </p:txBody>
      </p:sp>
      <p:sp>
        <p:nvSpPr>
          <p:cNvPr id="4" name="Date Placeholder 3">
            <a:extLst>
              <a:ext uri="{FF2B5EF4-FFF2-40B4-BE49-F238E27FC236}">
                <a16:creationId xmlns:a16="http://schemas.microsoft.com/office/drawing/2014/main" id="{AA522581-C0AB-F652-8DCC-9D3E46BCD841}"/>
              </a:ext>
            </a:extLst>
          </p:cNvPr>
          <p:cNvSpPr>
            <a:spLocks noGrp="1"/>
          </p:cNvSpPr>
          <p:nvPr>
            <p:ph type="dt" sz="half" idx="10"/>
          </p:nvPr>
        </p:nvSpPr>
        <p:spPr/>
        <p:txBody>
          <a:bodyPr/>
          <a:lstStyle/>
          <a:p>
            <a:fld id="{58DCAF1C-1602-43ED-A78B-D90E1BF551C3}" type="datetime5">
              <a:rPr lang="en-GB" smtClean="0"/>
              <a:t>2-May-26</a:t>
            </a:fld>
            <a:endParaRPr lang="en-GB"/>
          </a:p>
        </p:txBody>
      </p:sp>
      <p:sp>
        <p:nvSpPr>
          <p:cNvPr id="5" name="Footer Placeholder 4">
            <a:extLst>
              <a:ext uri="{FF2B5EF4-FFF2-40B4-BE49-F238E27FC236}">
                <a16:creationId xmlns:a16="http://schemas.microsoft.com/office/drawing/2014/main" id="{6BA02B02-F36A-8A92-6D99-7941D989A780}"/>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5D355618-D2D8-AEFA-26DF-7A867B917AB5}"/>
              </a:ext>
            </a:extLst>
          </p:cNvPr>
          <p:cNvSpPr>
            <a:spLocks noGrp="1"/>
          </p:cNvSpPr>
          <p:nvPr>
            <p:ph type="sldNum" sz="quarter" idx="12"/>
          </p:nvPr>
        </p:nvSpPr>
        <p:spPr/>
        <p:txBody>
          <a:bodyPr/>
          <a:lstStyle/>
          <a:p>
            <a:fld id="{7CAC582C-34A3-47E8-9F28-5E4BAA2AE2BF}" type="slidenum">
              <a:rPr lang="en-GB" smtClean="0"/>
              <a:t>11</a:t>
            </a:fld>
            <a:endParaRPr lang="en-GB"/>
          </a:p>
        </p:txBody>
      </p:sp>
    </p:spTree>
    <p:extLst>
      <p:ext uri="{BB962C8B-B14F-4D97-AF65-F5344CB8AC3E}">
        <p14:creationId xmlns:p14="http://schemas.microsoft.com/office/powerpoint/2010/main" val="19681356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4632D90-544D-DC35-CBB3-6243FA9A7ACA}"/>
              </a:ext>
            </a:extLst>
          </p:cNvPr>
          <p:cNvSpPr>
            <a:spLocks noGrp="1"/>
          </p:cNvSpPr>
          <p:nvPr>
            <p:ph type="dt" sz="half" idx="10"/>
          </p:nvPr>
        </p:nvSpPr>
        <p:spPr/>
        <p:txBody>
          <a:bodyPr/>
          <a:lstStyle/>
          <a:p>
            <a:fld id="{58DCAF1C-1602-43ED-A78B-D90E1BF551C3}" type="datetime5">
              <a:rPr lang="en-GB" smtClean="0"/>
              <a:t>2-May-26</a:t>
            </a:fld>
            <a:endParaRPr lang="en-GB"/>
          </a:p>
        </p:txBody>
      </p:sp>
      <p:sp>
        <p:nvSpPr>
          <p:cNvPr id="5" name="Footer Placeholder 4">
            <a:extLst>
              <a:ext uri="{FF2B5EF4-FFF2-40B4-BE49-F238E27FC236}">
                <a16:creationId xmlns:a16="http://schemas.microsoft.com/office/drawing/2014/main" id="{74D77B11-4FC6-5CAE-00A0-1282F904BE31}"/>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D4374D9D-E3C8-18C8-13CE-37B5F302F8BD}"/>
              </a:ext>
            </a:extLst>
          </p:cNvPr>
          <p:cNvSpPr>
            <a:spLocks noGrp="1"/>
          </p:cNvSpPr>
          <p:nvPr>
            <p:ph type="sldNum" sz="quarter" idx="12"/>
          </p:nvPr>
        </p:nvSpPr>
        <p:spPr/>
        <p:txBody>
          <a:bodyPr/>
          <a:lstStyle/>
          <a:p>
            <a:fld id="{7CAC582C-34A3-47E8-9F28-5E4BAA2AE2BF}" type="slidenum">
              <a:rPr lang="en-GB" smtClean="0"/>
              <a:t>12</a:t>
            </a:fld>
            <a:endParaRPr lang="en-GB"/>
          </a:p>
        </p:txBody>
      </p:sp>
      <p:sp>
        <p:nvSpPr>
          <p:cNvPr id="7" name="TextBox 6">
            <a:extLst>
              <a:ext uri="{FF2B5EF4-FFF2-40B4-BE49-F238E27FC236}">
                <a16:creationId xmlns:a16="http://schemas.microsoft.com/office/drawing/2014/main" id="{7B535DA9-284D-35E1-406C-4A0D0F53D7AC}"/>
              </a:ext>
            </a:extLst>
          </p:cNvPr>
          <p:cNvSpPr txBox="1"/>
          <p:nvPr/>
        </p:nvSpPr>
        <p:spPr>
          <a:xfrm>
            <a:off x="2913031" y="3089375"/>
            <a:ext cx="5746875" cy="646331"/>
          </a:xfrm>
          <a:prstGeom prst="rect">
            <a:avLst/>
          </a:prstGeom>
          <a:noFill/>
        </p:spPr>
        <p:txBody>
          <a:bodyPr wrap="square" rtlCol="0">
            <a:spAutoFit/>
          </a:bodyPr>
          <a:lstStyle/>
          <a:p>
            <a:pPr algn="ctr"/>
            <a:r>
              <a:rPr lang="en-IN" sz="3600" b="1" i="1" dirty="0">
                <a:effectLst>
                  <a:outerShdw blurRad="38100" dist="38100" dir="2700000" algn="tl">
                    <a:srgbClr val="000000">
                      <a:alpha val="43137"/>
                    </a:srgbClr>
                  </a:outerShdw>
                </a:effectLst>
                <a:latin typeface="Bahnschrift" panose="020B0502040204020203" pitchFamily="34" charset="0"/>
              </a:rPr>
              <a:t>THANK YOU</a:t>
            </a:r>
          </a:p>
        </p:txBody>
      </p:sp>
    </p:spTree>
    <p:extLst>
      <p:ext uri="{BB962C8B-B14F-4D97-AF65-F5344CB8AC3E}">
        <p14:creationId xmlns:p14="http://schemas.microsoft.com/office/powerpoint/2010/main" val="252220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1777</TotalTime>
  <Words>858</Words>
  <Application>Microsoft Office PowerPoint</Application>
  <PresentationFormat>Widescreen</PresentationFormat>
  <Paragraphs>113</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Bahnschrift</vt:lpstr>
      <vt:lpstr>Calibri</vt:lpstr>
      <vt:lpstr>Times New Roman</vt:lpstr>
      <vt:lpstr>Office Theme</vt:lpstr>
      <vt:lpstr>PICK AND PLACE AUTOMATION USING DIGITAL TWIN-DRIVEN ROBOTIC COORDINATION</vt:lpstr>
      <vt:lpstr>INTRODUCTION</vt:lpstr>
      <vt:lpstr>INTRODUCTION</vt:lpstr>
      <vt:lpstr>OVERVIEW</vt:lpstr>
      <vt:lpstr>LITERATURE REVIEW</vt:lpstr>
      <vt:lpstr>OBJECTIVE</vt:lpstr>
      <vt:lpstr>MOTIVATION</vt:lpstr>
      <vt:lpstr>METHODOLOGY</vt:lpstr>
      <vt:lpstr>CONCLUSION</vt:lpstr>
      <vt:lpstr>FUTURE SCOPE</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Phase Balancing to Optimise Cost and Minimise Switching</dc:title>
  <dc:creator>Girish S</dc:creator>
  <cp:lastModifiedBy>logavarshini26082023@outlook.com</cp:lastModifiedBy>
  <cp:revision>199</cp:revision>
  <dcterms:created xsi:type="dcterms:W3CDTF">2023-08-25T15:05:39Z</dcterms:created>
  <dcterms:modified xsi:type="dcterms:W3CDTF">2026-05-02T15:49:56Z</dcterms:modified>
</cp:coreProperties>
</file>